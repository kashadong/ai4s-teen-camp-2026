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73" r:id="rId6"/>
    <p:sldId id="274" r:id="rId7"/>
    <p:sldId id="262" r:id="rId8"/>
    <p:sldId id="263" r:id="rId9"/>
    <p:sldId id="270" r:id="rId10"/>
    <p:sldId id="265" r:id="rId11"/>
    <p:sldId id="266" r:id="rId12"/>
    <p:sldId id="271" r:id="rId13"/>
    <p:sldId id="275" r:id="rId14"/>
    <p:sldId id="267" r:id="rId15"/>
    <p:sldId id="276" r:id="rId16"/>
    <p:sldId id="272" r:id="rId17"/>
    <p:sldId id="268" r:id="rId18"/>
    <p:sldId id="269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660"/>
    <a:srgbClr val="329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73901"/>
  </p:normalViewPr>
  <p:slideViewPr>
    <p:cSldViewPr snapToGrid="0">
      <p:cViewPr>
        <p:scale>
          <a:sx n="100" d="100"/>
          <a:sy n="100" d="100"/>
        </p:scale>
        <p:origin x="7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4300" b="1">
                <a:solidFill>
                  <a:srgbClr val="FFFFFF"/>
                </a:solidFill>
              </a:defRPr>
            </a:pPr>
            <a:r>
              <a:rPr lang="zh-CN" altLang="en-US" dirty="0"/>
              <a:t>以下任务发布内容，您可以根据自己自己舒适的方式来表达哈：</a:t>
            </a:r>
            <a:endParaRPr lang="en-US" altLang="zh-CN" dirty="0"/>
          </a:p>
          <a:p>
            <a:pPr>
              <a:defRPr sz="4300" b="1">
                <a:solidFill>
                  <a:srgbClr val="FFFFFF"/>
                </a:solidFill>
              </a:defRPr>
            </a:pPr>
            <a:r>
              <a:rPr lang="zh-CN" altLang="en-US" dirty="0"/>
              <a:t>任务发布示例：“那么我们今天的挑战任务来了，请大家以小组为单位。通过分工协作，用不同数量的训练集训练模型，让机器来区分一下我们刚才所说的”小猫“与”大猫“，看看谁训练的模型准确率更高？</a:t>
            </a:r>
          </a:p>
        </p:txBody>
      </p:sp>
    </p:spTree>
    <p:extLst>
      <p:ext uri="{BB962C8B-B14F-4D97-AF65-F5344CB8AC3E}">
        <p14:creationId xmlns:p14="http://schemas.microsoft.com/office/powerpoint/2010/main" val="168299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6"/>
          <p:cNvSpPr/>
          <p:nvPr/>
        </p:nvSpPr>
        <p:spPr>
          <a:xfrm>
            <a:off x="342900" y="295275"/>
            <a:ext cx="11506200" cy="6267450"/>
          </a:xfrm>
          <a:prstGeom prst="rect">
            <a:avLst/>
          </a:prstGeom>
          <a:ln w="12700">
            <a:solidFill>
              <a:srgbClr val="3B466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95" name="组合 7"/>
          <p:cNvGrpSpPr/>
          <p:nvPr/>
        </p:nvGrpSpPr>
        <p:grpSpPr>
          <a:xfrm>
            <a:off x="-271962" y="-264526"/>
            <a:ext cx="3860562" cy="3845926"/>
            <a:chOff x="0" y="0"/>
            <a:chExt cx="3860561" cy="3845925"/>
          </a:xfrm>
        </p:grpSpPr>
        <p:sp>
          <p:nvSpPr>
            <p:cNvPr id="93" name="等腰三角形 8"/>
            <p:cNvSpPr/>
            <p:nvPr/>
          </p:nvSpPr>
          <p:spPr>
            <a:xfrm rot="5400000">
              <a:off x="271342" y="256706"/>
              <a:ext cx="3581400" cy="3597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B466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" name="任意多边形: 形状 9"/>
            <p:cNvSpPr/>
            <p:nvPr/>
          </p:nvSpPr>
          <p:spPr>
            <a:xfrm rot="2706533">
              <a:off x="854228" y="-245337"/>
              <a:ext cx="373388" cy="2566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21600"/>
                  </a:lnTo>
                  <a:lnTo>
                    <a:pt x="0" y="18470"/>
                  </a:lnTo>
                  <a:lnTo>
                    <a:pt x="0" y="3154"/>
                  </a:lnTo>
                  <a:close/>
                </a:path>
              </a:pathLst>
            </a:custGeom>
            <a:solidFill>
              <a:srgbClr val="FEBF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8" name="组合 10"/>
          <p:cNvGrpSpPr/>
          <p:nvPr/>
        </p:nvGrpSpPr>
        <p:grpSpPr>
          <a:xfrm>
            <a:off x="8921495" y="3600449"/>
            <a:ext cx="3436489" cy="3424168"/>
            <a:chOff x="0" y="0"/>
            <a:chExt cx="3436488" cy="3424166"/>
          </a:xfrm>
        </p:grpSpPr>
        <p:sp>
          <p:nvSpPr>
            <p:cNvPr id="96" name="等腰三角形 11"/>
            <p:cNvSpPr/>
            <p:nvPr/>
          </p:nvSpPr>
          <p:spPr>
            <a:xfrm>
              <a:off x="0" y="0"/>
              <a:ext cx="3270504" cy="325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3B466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7" name="任意多边形: 形状 12"/>
            <p:cNvSpPr/>
            <p:nvPr/>
          </p:nvSpPr>
          <p:spPr>
            <a:xfrm rot="2706533">
              <a:off x="2353753" y="1216867"/>
              <a:ext cx="235185" cy="2490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032"/>
                  </a:lnTo>
                  <a:lnTo>
                    <a:pt x="21600" y="19552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EBF0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3"/>
          <p:cNvSpPr/>
          <p:nvPr/>
        </p:nvSpPr>
        <p:spPr>
          <a:xfrm>
            <a:off x="282133" y="1046841"/>
            <a:ext cx="11627734" cy="83397"/>
          </a:xfrm>
          <a:prstGeom prst="rect">
            <a:avLst/>
          </a:prstGeom>
          <a:solidFill>
            <a:srgbClr val="3B46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8" name="截屏2025-10-16 11.43.48.png" descr="截屏2025-10-16 11.43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191" y="503817"/>
            <a:ext cx="3229676" cy="419589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已粘贴的影片.png" descr="已粘贴的影片.png"/>
          <p:cNvPicPr>
            <a:picLocks noChangeAspect="1"/>
          </p:cNvPicPr>
          <p:nvPr/>
        </p:nvPicPr>
        <p:blipFill>
          <a:blip r:embed="rId2"/>
          <a:srcRect l="9143" t="12526" r="72416" b="54097"/>
          <a:stretch>
            <a:fillRect/>
          </a:stretch>
        </p:blipFill>
        <p:spPr>
          <a:xfrm>
            <a:off x="18745" y="303062"/>
            <a:ext cx="1964929" cy="2363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4" extrusionOk="0">
                <a:moveTo>
                  <a:pt x="21600" y="11802"/>
                </a:moveTo>
                <a:cubicBezTo>
                  <a:pt x="21598" y="11799"/>
                  <a:pt x="21589" y="11791"/>
                  <a:pt x="21587" y="11788"/>
                </a:cubicBezTo>
                <a:cubicBezTo>
                  <a:pt x="21471" y="11597"/>
                  <a:pt x="21330" y="11212"/>
                  <a:pt x="21273" y="10930"/>
                </a:cubicBezTo>
                <a:cubicBezTo>
                  <a:pt x="21215" y="10647"/>
                  <a:pt x="21106" y="10385"/>
                  <a:pt x="21028" y="10345"/>
                </a:cubicBezTo>
                <a:cubicBezTo>
                  <a:pt x="20951" y="10306"/>
                  <a:pt x="20883" y="10175"/>
                  <a:pt x="20880" y="10057"/>
                </a:cubicBezTo>
                <a:cubicBezTo>
                  <a:pt x="20877" y="9938"/>
                  <a:pt x="20743" y="9612"/>
                  <a:pt x="20579" y="9332"/>
                </a:cubicBezTo>
                <a:cubicBezTo>
                  <a:pt x="20371" y="8975"/>
                  <a:pt x="20277" y="8544"/>
                  <a:pt x="20274" y="7893"/>
                </a:cubicBezTo>
                <a:cubicBezTo>
                  <a:pt x="20270" y="7319"/>
                  <a:pt x="20182" y="6818"/>
                  <a:pt x="20038" y="6588"/>
                </a:cubicBezTo>
                <a:cubicBezTo>
                  <a:pt x="19845" y="6278"/>
                  <a:pt x="19831" y="6089"/>
                  <a:pt x="19973" y="5481"/>
                </a:cubicBezTo>
                <a:cubicBezTo>
                  <a:pt x="20308" y="4043"/>
                  <a:pt x="20313" y="3385"/>
                  <a:pt x="19990" y="2790"/>
                </a:cubicBezTo>
                <a:cubicBezTo>
                  <a:pt x="19283" y="1489"/>
                  <a:pt x="17795" y="1402"/>
                  <a:pt x="16539" y="2592"/>
                </a:cubicBezTo>
                <a:cubicBezTo>
                  <a:pt x="15462" y="3612"/>
                  <a:pt x="15247" y="3779"/>
                  <a:pt x="14812" y="3915"/>
                </a:cubicBezTo>
                <a:cubicBezTo>
                  <a:pt x="14495" y="4014"/>
                  <a:pt x="14223" y="4016"/>
                  <a:pt x="13900" y="3923"/>
                </a:cubicBezTo>
                <a:cubicBezTo>
                  <a:pt x="13647" y="3850"/>
                  <a:pt x="13104" y="3789"/>
                  <a:pt x="12691" y="3789"/>
                </a:cubicBezTo>
                <a:cubicBezTo>
                  <a:pt x="11540" y="3789"/>
                  <a:pt x="9417" y="2973"/>
                  <a:pt x="8416" y="2145"/>
                </a:cubicBezTo>
                <a:cubicBezTo>
                  <a:pt x="8280" y="2033"/>
                  <a:pt x="7859" y="1777"/>
                  <a:pt x="7478" y="1575"/>
                </a:cubicBezTo>
                <a:cubicBezTo>
                  <a:pt x="7096" y="1373"/>
                  <a:pt x="6540" y="959"/>
                  <a:pt x="6243" y="656"/>
                </a:cubicBezTo>
                <a:cubicBezTo>
                  <a:pt x="5637" y="36"/>
                  <a:pt x="5198" y="-126"/>
                  <a:pt x="4703" y="93"/>
                </a:cubicBezTo>
                <a:cubicBezTo>
                  <a:pt x="4437" y="211"/>
                  <a:pt x="4391" y="314"/>
                  <a:pt x="4472" y="583"/>
                </a:cubicBezTo>
                <a:cubicBezTo>
                  <a:pt x="4528" y="770"/>
                  <a:pt x="4664" y="1008"/>
                  <a:pt x="4773" y="1113"/>
                </a:cubicBezTo>
                <a:cubicBezTo>
                  <a:pt x="4882" y="1219"/>
                  <a:pt x="5014" y="1818"/>
                  <a:pt x="5070" y="2448"/>
                </a:cubicBezTo>
                <a:cubicBezTo>
                  <a:pt x="5125" y="3077"/>
                  <a:pt x="5240" y="3649"/>
                  <a:pt x="5323" y="3717"/>
                </a:cubicBezTo>
                <a:cubicBezTo>
                  <a:pt x="5544" y="3900"/>
                  <a:pt x="5495" y="4453"/>
                  <a:pt x="5235" y="4738"/>
                </a:cubicBezTo>
                <a:cubicBezTo>
                  <a:pt x="4939" y="5061"/>
                  <a:pt x="4950" y="5573"/>
                  <a:pt x="5257" y="5935"/>
                </a:cubicBezTo>
                <a:cubicBezTo>
                  <a:pt x="5481" y="6200"/>
                  <a:pt x="5481" y="6259"/>
                  <a:pt x="5253" y="6656"/>
                </a:cubicBezTo>
                <a:cubicBezTo>
                  <a:pt x="5116" y="6895"/>
                  <a:pt x="4942" y="7120"/>
                  <a:pt x="4869" y="7157"/>
                </a:cubicBezTo>
                <a:cubicBezTo>
                  <a:pt x="4796" y="7195"/>
                  <a:pt x="4688" y="7495"/>
                  <a:pt x="4629" y="7821"/>
                </a:cubicBezTo>
                <a:cubicBezTo>
                  <a:pt x="4570" y="8147"/>
                  <a:pt x="4462" y="8506"/>
                  <a:pt x="4385" y="8618"/>
                </a:cubicBezTo>
                <a:cubicBezTo>
                  <a:pt x="4307" y="8730"/>
                  <a:pt x="4149" y="9058"/>
                  <a:pt x="4036" y="9346"/>
                </a:cubicBezTo>
                <a:cubicBezTo>
                  <a:pt x="3863" y="9784"/>
                  <a:pt x="3864" y="9909"/>
                  <a:pt x="4036" y="10104"/>
                </a:cubicBezTo>
                <a:cubicBezTo>
                  <a:pt x="4149" y="10232"/>
                  <a:pt x="4241" y="10465"/>
                  <a:pt x="4241" y="10623"/>
                </a:cubicBezTo>
                <a:cubicBezTo>
                  <a:pt x="4241" y="10781"/>
                  <a:pt x="4309" y="10944"/>
                  <a:pt x="4393" y="10987"/>
                </a:cubicBezTo>
                <a:cubicBezTo>
                  <a:pt x="4609" y="11097"/>
                  <a:pt x="4587" y="11859"/>
                  <a:pt x="4363" y="12044"/>
                </a:cubicBezTo>
                <a:cubicBezTo>
                  <a:pt x="4261" y="12128"/>
                  <a:pt x="3948" y="12199"/>
                  <a:pt x="3669" y="12199"/>
                </a:cubicBezTo>
                <a:cubicBezTo>
                  <a:pt x="3274" y="12199"/>
                  <a:pt x="1412" y="12682"/>
                  <a:pt x="0" y="13104"/>
                </a:cubicBezTo>
                <a:lnTo>
                  <a:pt x="0" y="14034"/>
                </a:lnTo>
                <a:cubicBezTo>
                  <a:pt x="334" y="13952"/>
                  <a:pt x="731" y="13845"/>
                  <a:pt x="1235" y="13703"/>
                </a:cubicBezTo>
                <a:cubicBezTo>
                  <a:pt x="1489" y="13631"/>
                  <a:pt x="2273" y="13442"/>
                  <a:pt x="2975" y="13281"/>
                </a:cubicBezTo>
                <a:lnTo>
                  <a:pt x="4249" y="12985"/>
                </a:lnTo>
                <a:lnTo>
                  <a:pt x="3512" y="13515"/>
                </a:lnTo>
                <a:cubicBezTo>
                  <a:pt x="2324" y="14365"/>
                  <a:pt x="1878" y="14807"/>
                  <a:pt x="1348" y="15661"/>
                </a:cubicBezTo>
                <a:cubicBezTo>
                  <a:pt x="732" y="16654"/>
                  <a:pt x="725" y="16839"/>
                  <a:pt x="1309" y="17038"/>
                </a:cubicBezTo>
                <a:cubicBezTo>
                  <a:pt x="1699" y="17172"/>
                  <a:pt x="1832" y="17164"/>
                  <a:pt x="2164" y="16984"/>
                </a:cubicBezTo>
                <a:cubicBezTo>
                  <a:pt x="2380" y="16867"/>
                  <a:pt x="2628" y="16644"/>
                  <a:pt x="2714" y="16490"/>
                </a:cubicBezTo>
                <a:cubicBezTo>
                  <a:pt x="3111" y="15773"/>
                  <a:pt x="3392" y="15412"/>
                  <a:pt x="3887" y="14983"/>
                </a:cubicBezTo>
                <a:cubicBezTo>
                  <a:pt x="4367" y="14567"/>
                  <a:pt x="4485" y="14527"/>
                  <a:pt x="5022" y="14586"/>
                </a:cubicBezTo>
                <a:cubicBezTo>
                  <a:pt x="5532" y="14643"/>
                  <a:pt x="5642" y="14612"/>
                  <a:pt x="5746" y="14381"/>
                </a:cubicBezTo>
                <a:cubicBezTo>
                  <a:pt x="5859" y="14128"/>
                  <a:pt x="5939" y="14168"/>
                  <a:pt x="6902" y="14925"/>
                </a:cubicBezTo>
                <a:cubicBezTo>
                  <a:pt x="7472" y="15374"/>
                  <a:pt x="7940" y="15801"/>
                  <a:pt x="7940" y="15877"/>
                </a:cubicBezTo>
                <a:cubicBezTo>
                  <a:pt x="7940" y="15953"/>
                  <a:pt x="8148" y="16296"/>
                  <a:pt x="8403" y="16638"/>
                </a:cubicBezTo>
                <a:cubicBezTo>
                  <a:pt x="8657" y="16980"/>
                  <a:pt x="8866" y="17394"/>
                  <a:pt x="8869" y="17561"/>
                </a:cubicBezTo>
                <a:cubicBezTo>
                  <a:pt x="8872" y="17729"/>
                  <a:pt x="8975" y="18010"/>
                  <a:pt x="9096" y="18185"/>
                </a:cubicBezTo>
                <a:cubicBezTo>
                  <a:pt x="9217" y="18360"/>
                  <a:pt x="9320" y="18666"/>
                  <a:pt x="9323" y="18863"/>
                </a:cubicBezTo>
                <a:cubicBezTo>
                  <a:pt x="9326" y="19060"/>
                  <a:pt x="9411" y="19348"/>
                  <a:pt x="9515" y="19501"/>
                </a:cubicBezTo>
                <a:cubicBezTo>
                  <a:pt x="9620" y="19654"/>
                  <a:pt x="9753" y="20235"/>
                  <a:pt x="9807" y="20796"/>
                </a:cubicBezTo>
                <a:cubicBezTo>
                  <a:pt x="9830" y="21030"/>
                  <a:pt x="9864" y="21252"/>
                  <a:pt x="9899" y="21474"/>
                </a:cubicBezTo>
                <a:lnTo>
                  <a:pt x="21600" y="11802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9" name="矩形 18"/>
          <p:cNvSpPr txBox="1"/>
          <p:nvPr/>
        </p:nvSpPr>
        <p:spPr>
          <a:xfrm>
            <a:off x="517574" y="2113590"/>
            <a:ext cx="11156852" cy="1895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3500" b="1">
                <a:solidFill>
                  <a:srgbClr val="3B46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>
                <a:latin typeface="DengXian" panose="02010600030101010101" pitchFamily="2" charset="-122"/>
                <a:ea typeface="DengXian" panose="02010600030101010101" pitchFamily="2" charset="-122"/>
                <a:cs typeface="+mj-cs"/>
                <a:sym typeface="Helvetica"/>
              </a:rPr>
              <a:t>青少年人工智能驱动科学挑战营</a:t>
            </a:r>
            <a:endParaRPr dirty="0">
              <a:latin typeface="DengXian" panose="02010600030101010101" pitchFamily="2" charset="-122"/>
              <a:ea typeface="DengXian" panose="02010600030101010101" pitchFamily="2" charset="-122"/>
              <a:cs typeface="+mj-cs"/>
              <a:sym typeface="Helvetica"/>
            </a:endParaRPr>
          </a:p>
          <a:p>
            <a:pPr algn="ctr">
              <a:lnSpc>
                <a:spcPct val="150000"/>
              </a:lnSpc>
              <a:defRPr sz="4800" b="1">
                <a:solidFill>
                  <a:srgbClr val="3B46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DengXian" panose="02010600030101010101" pitchFamily="2" charset="-122"/>
                <a:ea typeface="DengXian" panose="02010600030101010101" pitchFamily="2" charset="-122"/>
                <a:cs typeface="+mj-cs"/>
                <a:sym typeface="Helvetica"/>
              </a:rPr>
              <a:t>任务3: </a:t>
            </a:r>
            <a:r>
              <a:rPr dirty="0" err="1">
                <a:latin typeface="DengXian" panose="02010600030101010101" pitchFamily="2" charset="-122"/>
                <a:ea typeface="DengXian" panose="02010600030101010101" pitchFamily="2" charset="-122"/>
                <a:cs typeface="+mj-cs"/>
                <a:sym typeface="Helvetica"/>
              </a:rPr>
              <a:t>数据感知之“神秘的豹猫</a:t>
            </a:r>
            <a:r>
              <a:rPr dirty="0">
                <a:latin typeface="DengXian" panose="02010600030101010101" pitchFamily="2" charset="-122"/>
                <a:ea typeface="DengXian" panose="02010600030101010101" pitchFamily="2" charset="-122"/>
                <a:cs typeface="+mj-cs"/>
                <a:sym typeface="Helvetica"/>
              </a:rPr>
              <a:t>”</a:t>
            </a:r>
          </a:p>
        </p:txBody>
      </p:sp>
      <p:sp>
        <p:nvSpPr>
          <p:cNvPr id="120" name="直接连接符 20"/>
          <p:cNvSpPr/>
          <p:nvPr/>
        </p:nvSpPr>
        <p:spPr>
          <a:xfrm>
            <a:off x="1579056" y="4215915"/>
            <a:ext cx="8909810" cy="1"/>
          </a:xfrm>
          <a:prstGeom prst="line">
            <a:avLst/>
          </a:prstGeom>
          <a:ln w="6350">
            <a:solidFill>
              <a:srgbClr val="3B466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2" name="截屏2025-10-16 11.43.48.png" descr="截屏2025-10-16 11.43.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851" y="5434252"/>
            <a:ext cx="4454297" cy="578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已粘贴的影片.png" descr="已粘贴的影片.png"/>
          <p:cNvPicPr>
            <a:picLocks noChangeAspect="1"/>
          </p:cNvPicPr>
          <p:nvPr/>
        </p:nvPicPr>
        <p:blipFill>
          <a:blip r:embed="rId2"/>
          <a:srcRect l="58273" t="16250" r="9083" b="38903"/>
          <a:stretch>
            <a:fillRect/>
          </a:stretch>
        </p:blipFill>
        <p:spPr>
          <a:xfrm>
            <a:off x="8786848" y="3846553"/>
            <a:ext cx="3478428" cy="31753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600" extrusionOk="0">
                <a:moveTo>
                  <a:pt x="0" y="21600"/>
                </a:moveTo>
                <a:lnTo>
                  <a:pt x="10221" y="21600"/>
                </a:lnTo>
                <a:cubicBezTo>
                  <a:pt x="10206" y="21507"/>
                  <a:pt x="10187" y="21425"/>
                  <a:pt x="10187" y="21298"/>
                </a:cubicBezTo>
                <a:cubicBezTo>
                  <a:pt x="10185" y="20982"/>
                  <a:pt x="10138" y="20767"/>
                  <a:pt x="10054" y="20690"/>
                </a:cubicBezTo>
                <a:cubicBezTo>
                  <a:pt x="9982" y="20625"/>
                  <a:pt x="9923" y="20462"/>
                  <a:pt x="9923" y="20328"/>
                </a:cubicBezTo>
                <a:cubicBezTo>
                  <a:pt x="9923" y="20195"/>
                  <a:pt x="9857" y="20006"/>
                  <a:pt x="9778" y="19910"/>
                </a:cubicBezTo>
                <a:cubicBezTo>
                  <a:pt x="9670" y="19779"/>
                  <a:pt x="9639" y="19567"/>
                  <a:pt x="9648" y="19049"/>
                </a:cubicBezTo>
                <a:cubicBezTo>
                  <a:pt x="9655" y="18612"/>
                  <a:pt x="9616" y="18291"/>
                  <a:pt x="9542" y="18166"/>
                </a:cubicBezTo>
                <a:cubicBezTo>
                  <a:pt x="9477" y="18058"/>
                  <a:pt x="9394" y="17826"/>
                  <a:pt x="9360" y="17653"/>
                </a:cubicBezTo>
                <a:cubicBezTo>
                  <a:pt x="9325" y="17480"/>
                  <a:pt x="9242" y="17224"/>
                  <a:pt x="9175" y="17083"/>
                </a:cubicBezTo>
                <a:cubicBezTo>
                  <a:pt x="9108" y="16943"/>
                  <a:pt x="9055" y="16754"/>
                  <a:pt x="9054" y="16665"/>
                </a:cubicBezTo>
                <a:cubicBezTo>
                  <a:pt x="9054" y="16576"/>
                  <a:pt x="9014" y="16479"/>
                  <a:pt x="8966" y="16446"/>
                </a:cubicBezTo>
                <a:cubicBezTo>
                  <a:pt x="8918" y="16414"/>
                  <a:pt x="8880" y="16193"/>
                  <a:pt x="8880" y="15958"/>
                </a:cubicBezTo>
                <a:lnTo>
                  <a:pt x="8880" y="15531"/>
                </a:lnTo>
                <a:lnTo>
                  <a:pt x="9406" y="15596"/>
                </a:lnTo>
                <a:cubicBezTo>
                  <a:pt x="9777" y="15642"/>
                  <a:pt x="10081" y="15617"/>
                  <a:pt x="10428" y="15512"/>
                </a:cubicBezTo>
                <a:cubicBezTo>
                  <a:pt x="10699" y="15431"/>
                  <a:pt x="11295" y="15320"/>
                  <a:pt x="11749" y="15264"/>
                </a:cubicBezTo>
                <a:cubicBezTo>
                  <a:pt x="13116" y="15096"/>
                  <a:pt x="16878" y="13587"/>
                  <a:pt x="16878" y="13207"/>
                </a:cubicBezTo>
                <a:cubicBezTo>
                  <a:pt x="16878" y="13083"/>
                  <a:pt x="17690" y="12601"/>
                  <a:pt x="18161" y="12445"/>
                </a:cubicBezTo>
                <a:cubicBezTo>
                  <a:pt x="18268" y="12410"/>
                  <a:pt x="18358" y="12352"/>
                  <a:pt x="18362" y="12316"/>
                </a:cubicBezTo>
                <a:cubicBezTo>
                  <a:pt x="18366" y="12280"/>
                  <a:pt x="18380" y="12150"/>
                  <a:pt x="18392" y="12027"/>
                </a:cubicBezTo>
                <a:cubicBezTo>
                  <a:pt x="18404" y="11904"/>
                  <a:pt x="18470" y="11765"/>
                  <a:pt x="18537" y="11719"/>
                </a:cubicBezTo>
                <a:cubicBezTo>
                  <a:pt x="18649" y="11644"/>
                  <a:pt x="18791" y="11521"/>
                  <a:pt x="19482" y="10899"/>
                </a:cubicBezTo>
                <a:cubicBezTo>
                  <a:pt x="19609" y="10785"/>
                  <a:pt x="19820" y="10450"/>
                  <a:pt x="19952" y="10153"/>
                </a:cubicBezTo>
                <a:cubicBezTo>
                  <a:pt x="20085" y="9857"/>
                  <a:pt x="20325" y="9453"/>
                  <a:pt x="20486" y="9257"/>
                </a:cubicBezTo>
                <a:cubicBezTo>
                  <a:pt x="20647" y="9062"/>
                  <a:pt x="20804" y="8775"/>
                  <a:pt x="20836" y="8620"/>
                </a:cubicBezTo>
                <a:cubicBezTo>
                  <a:pt x="20901" y="8303"/>
                  <a:pt x="21086" y="7798"/>
                  <a:pt x="21274" y="7419"/>
                </a:cubicBezTo>
                <a:cubicBezTo>
                  <a:pt x="21357" y="7251"/>
                  <a:pt x="21399" y="6875"/>
                  <a:pt x="21399" y="6304"/>
                </a:cubicBezTo>
                <a:cubicBezTo>
                  <a:pt x="21399" y="5830"/>
                  <a:pt x="21438" y="5416"/>
                  <a:pt x="21486" y="5383"/>
                </a:cubicBezTo>
                <a:cubicBezTo>
                  <a:pt x="21596" y="5308"/>
                  <a:pt x="21600" y="4433"/>
                  <a:pt x="21491" y="4214"/>
                </a:cubicBezTo>
                <a:cubicBezTo>
                  <a:pt x="21445" y="4123"/>
                  <a:pt x="21385" y="3802"/>
                  <a:pt x="21355" y="3501"/>
                </a:cubicBezTo>
                <a:cubicBezTo>
                  <a:pt x="21326" y="3201"/>
                  <a:pt x="21264" y="2930"/>
                  <a:pt x="21220" y="2899"/>
                </a:cubicBezTo>
                <a:cubicBezTo>
                  <a:pt x="21175" y="2869"/>
                  <a:pt x="21139" y="2755"/>
                  <a:pt x="21139" y="2646"/>
                </a:cubicBezTo>
                <a:cubicBezTo>
                  <a:pt x="21139" y="2389"/>
                  <a:pt x="20819" y="1664"/>
                  <a:pt x="20511" y="1220"/>
                </a:cubicBezTo>
                <a:cubicBezTo>
                  <a:pt x="20378" y="1029"/>
                  <a:pt x="20270" y="833"/>
                  <a:pt x="20270" y="786"/>
                </a:cubicBezTo>
                <a:cubicBezTo>
                  <a:pt x="20270" y="736"/>
                  <a:pt x="20008" y="391"/>
                  <a:pt x="19694" y="0"/>
                </a:cubicBezTo>
                <a:lnTo>
                  <a:pt x="17937" y="1928"/>
                </a:lnTo>
                <a:cubicBezTo>
                  <a:pt x="18117" y="2297"/>
                  <a:pt x="18298" y="2694"/>
                  <a:pt x="18488" y="3172"/>
                </a:cubicBezTo>
                <a:cubicBezTo>
                  <a:pt x="18581" y="3406"/>
                  <a:pt x="18649" y="3924"/>
                  <a:pt x="18680" y="4608"/>
                </a:cubicBezTo>
                <a:lnTo>
                  <a:pt x="18729" y="5680"/>
                </a:lnTo>
                <a:lnTo>
                  <a:pt x="18367" y="6528"/>
                </a:lnTo>
                <a:cubicBezTo>
                  <a:pt x="17661" y="8182"/>
                  <a:pt x="16615" y="9400"/>
                  <a:pt x="15239" y="10180"/>
                </a:cubicBezTo>
                <a:cubicBezTo>
                  <a:pt x="14137" y="10806"/>
                  <a:pt x="12015" y="11573"/>
                  <a:pt x="10706" y="11816"/>
                </a:cubicBezTo>
                <a:cubicBezTo>
                  <a:pt x="10142" y="11921"/>
                  <a:pt x="9437" y="11999"/>
                  <a:pt x="8695" y="12062"/>
                </a:cubicBez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文本框 1"/>
          <p:cNvSpPr txBox="1"/>
          <p:nvPr/>
        </p:nvSpPr>
        <p:spPr>
          <a:xfrm>
            <a:off x="369678" y="460559"/>
            <a:ext cx="810476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 b="1">
                <a:solidFill>
                  <a:srgbClr val="3B4660"/>
                </a:solidFill>
              </a:defRPr>
            </a:lvl1pPr>
          </a:lstStyle>
          <a:p>
            <a:r>
              <a:rPr sz="2800" dirty="0" err="1"/>
              <a:t>回顾</a:t>
            </a:r>
            <a:endParaRPr sz="2800" dirty="0"/>
          </a:p>
        </p:txBody>
      </p:sp>
      <p:sp>
        <p:nvSpPr>
          <p:cNvPr id="143" name="“Aha! 时刻”…"/>
          <p:cNvSpPr txBox="1"/>
          <p:nvPr/>
        </p:nvSpPr>
        <p:spPr>
          <a:xfrm>
            <a:off x="683785" y="2719350"/>
            <a:ext cx="10824436" cy="150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457200">
              <a:defRPr sz="6700" b="1">
                <a:solidFill>
                  <a:srgbClr val="5094C4"/>
                </a:solidFill>
              </a:defRPr>
            </a:pPr>
            <a:r>
              <a:rPr dirty="0"/>
              <a:t>“Aha! </a:t>
            </a:r>
            <a:r>
              <a:rPr dirty="0" err="1"/>
              <a:t>时刻</a:t>
            </a:r>
            <a:r>
              <a:rPr dirty="0"/>
              <a:t>”</a:t>
            </a:r>
          </a:p>
          <a:p>
            <a:pPr algn="ctr" defTabSz="457200">
              <a:defRPr sz="2500"/>
            </a:pPr>
            <a:r>
              <a:rPr dirty="0" err="1"/>
              <a:t>在上面两个挑战过程中，最让你感到惊讶或“原来如此”的</a:t>
            </a:r>
            <a:r>
              <a:rPr lang="zh-CN" altLang="en-US" dirty="0"/>
              <a:t>科学</a:t>
            </a:r>
            <a:r>
              <a:rPr dirty="0" err="1"/>
              <a:t>发现是什么</a:t>
            </a:r>
            <a:r>
              <a:rPr dirty="0"/>
              <a:t>？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有谁养过猫么？"/>
          <p:cNvSpPr txBox="1"/>
          <p:nvPr/>
        </p:nvSpPr>
        <p:spPr>
          <a:xfrm>
            <a:off x="347695" y="458425"/>
            <a:ext cx="5748305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7600" b="1">
                <a:solidFill>
                  <a:srgbClr val="FFFFFF"/>
                </a:solidFill>
              </a:defRPr>
            </a:lvl1pPr>
          </a:lstStyle>
          <a:p>
            <a:r>
              <a:rPr sz="3600" dirty="0" err="1">
                <a:solidFill>
                  <a:srgbClr val="3B4660"/>
                </a:solidFill>
              </a:rPr>
              <a:t>有谁养过猫么</a:t>
            </a:r>
            <a:r>
              <a:rPr sz="3600" dirty="0">
                <a:solidFill>
                  <a:srgbClr val="3B4660"/>
                </a:solidFill>
              </a:rPr>
              <a:t>？</a:t>
            </a:r>
          </a:p>
        </p:txBody>
      </p:sp>
      <p:pic>
        <p:nvPicPr>
          <p:cNvPr id="3" name="图片 2" descr="图片包含 游戏机, 房间, 电脑&#10;&#10;AI 生成的内容可能不正确。">
            <a:extLst>
              <a:ext uri="{FF2B5EF4-FFF2-40B4-BE49-F238E27FC236}">
                <a16:creationId xmlns:a16="http://schemas.microsoft.com/office/drawing/2014/main" id="{8C14F4C0-4B89-C366-3269-FC82659A0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26" b="12345"/>
          <a:stretch>
            <a:fillRect/>
          </a:stretch>
        </p:blipFill>
        <p:spPr>
          <a:xfrm>
            <a:off x="1155700" y="1104756"/>
            <a:ext cx="9880600" cy="68798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C3D721-1D37-E6E3-8038-787077E37E7F}"/>
              </a:ext>
            </a:extLst>
          </p:cNvPr>
          <p:cNvSpPr txBox="1"/>
          <p:nvPr/>
        </p:nvSpPr>
        <p:spPr>
          <a:xfrm>
            <a:off x="8982572" y="6402025"/>
            <a:ext cx="2861733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rPr>
              <a:t>By</a:t>
            </a: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rPr>
              <a:t> 艺术家</a:t>
            </a:r>
            <a:r>
              <a:rPr kumimoji="0" lang="en-US" altLang="zh-CN" sz="1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rPr>
              <a:t>pupubutong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等线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已粘贴的影片.png" descr="已粘贴的影片.png"/>
          <p:cNvPicPr>
            <a:picLocks noChangeAspect="1"/>
          </p:cNvPicPr>
          <p:nvPr/>
        </p:nvPicPr>
        <p:blipFill>
          <a:blip r:embed="rId2"/>
          <a:srcRect l="802" r="3629" b="31076"/>
          <a:stretch>
            <a:fillRect/>
          </a:stretch>
        </p:blipFill>
        <p:spPr>
          <a:xfrm>
            <a:off x="-1" y="1064818"/>
            <a:ext cx="12192001" cy="57931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06FF-56BF-2A1C-4380-FD2D85C4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已粘贴的影片.png" descr="已粘贴的影片.png">
            <a:extLst>
              <a:ext uri="{FF2B5EF4-FFF2-40B4-BE49-F238E27FC236}">
                <a16:creationId xmlns:a16="http://schemas.microsoft.com/office/drawing/2014/main" id="{E0D94C50-1384-395A-DB1B-1C4BCC77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41" t="26758" r="42209" b="43308"/>
          <a:stretch>
            <a:fillRect/>
          </a:stretch>
        </p:blipFill>
        <p:spPr>
          <a:xfrm>
            <a:off x="338668" y="2003564"/>
            <a:ext cx="4875412" cy="3554039"/>
          </a:xfrm>
          <a:prstGeom prst="rect">
            <a:avLst/>
          </a:prstGeom>
        </p:spPr>
      </p:pic>
      <p:pic>
        <p:nvPicPr>
          <p:cNvPr id="152" name="已粘贴的影片.png" descr="已粘贴的影片.png">
            <a:extLst>
              <a:ext uri="{FF2B5EF4-FFF2-40B4-BE49-F238E27FC236}">
                <a16:creationId xmlns:a16="http://schemas.microsoft.com/office/drawing/2014/main" id="{7BC6F16E-3766-2BEB-A322-9C25B7FE6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227" t="26758" r="23451" b="61057"/>
          <a:stretch>
            <a:fillRect/>
          </a:stretch>
        </p:blipFill>
        <p:spPr>
          <a:xfrm>
            <a:off x="6679586" y="2003564"/>
            <a:ext cx="5173746" cy="35540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811ACB-3880-5D32-9F42-240D44DAE2A8}"/>
              </a:ext>
            </a:extLst>
          </p:cNvPr>
          <p:cNvSpPr txBox="1"/>
          <p:nvPr/>
        </p:nvSpPr>
        <p:spPr>
          <a:xfrm>
            <a:off x="5433414" y="3429000"/>
            <a:ext cx="102683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5400" b="1" dirty="0"/>
              <a:t>VS</a:t>
            </a:r>
            <a:endParaRPr lang="zh-CN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751998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B7C9-6051-6129-12EE-DC076641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已粘贴的影片.png" descr="已粘贴的影片.png">
            <a:extLst>
              <a:ext uri="{FF2B5EF4-FFF2-40B4-BE49-F238E27FC236}">
                <a16:creationId xmlns:a16="http://schemas.microsoft.com/office/drawing/2014/main" id="{B3BD4D53-77DC-86F7-70EE-B4E10C36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8" t="1896" r="4966" b="3749"/>
          <a:stretch>
            <a:fillRect/>
          </a:stretch>
        </p:blipFill>
        <p:spPr>
          <a:xfrm>
            <a:off x="363811" y="1817693"/>
            <a:ext cx="5346524" cy="3661061"/>
          </a:xfrm>
          <a:prstGeom prst="rect">
            <a:avLst/>
          </a:prstGeom>
        </p:spPr>
      </p:pic>
      <p:pic>
        <p:nvPicPr>
          <p:cNvPr id="152" name="已粘贴的影片.png" descr="已粘贴的影片.png">
            <a:extLst>
              <a:ext uri="{FF2B5EF4-FFF2-40B4-BE49-F238E27FC236}">
                <a16:creationId xmlns:a16="http://schemas.microsoft.com/office/drawing/2014/main" id="{8E5B09AD-0988-09BC-A917-3C018138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14" t="632" r="1755" b="839"/>
          <a:stretch>
            <a:fillRect/>
          </a:stretch>
        </p:blipFill>
        <p:spPr>
          <a:xfrm flipH="1">
            <a:off x="5394686" y="1817691"/>
            <a:ext cx="6433499" cy="3661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已粘贴的影片.png" descr="已粘贴的影片.png">
            <a:extLst>
              <a:ext uri="{FF2B5EF4-FFF2-40B4-BE49-F238E27FC236}">
                <a16:creationId xmlns:a16="http://schemas.microsoft.com/office/drawing/2014/main" id="{9C97CAE3-D8FF-4CC8-8337-C96C9180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41" t="26758" r="42209" b="43308"/>
          <a:stretch>
            <a:fillRect/>
          </a:stretch>
        </p:blipFill>
        <p:spPr>
          <a:xfrm>
            <a:off x="363811" y="4542336"/>
            <a:ext cx="2416711" cy="1761715"/>
          </a:xfrm>
          <a:prstGeom prst="rect">
            <a:avLst/>
          </a:prstGeom>
        </p:spPr>
      </p:pic>
      <p:pic>
        <p:nvPicPr>
          <p:cNvPr id="4" name="已粘贴的影片.png" descr="已粘贴的影片.png">
            <a:extLst>
              <a:ext uri="{FF2B5EF4-FFF2-40B4-BE49-F238E27FC236}">
                <a16:creationId xmlns:a16="http://schemas.microsoft.com/office/drawing/2014/main" id="{574B6E39-9B67-BE02-C919-E9D387B93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227" t="26758" r="23451" b="61057"/>
          <a:stretch>
            <a:fillRect/>
          </a:stretch>
        </p:blipFill>
        <p:spPr>
          <a:xfrm>
            <a:off x="9263591" y="4542336"/>
            <a:ext cx="2564595" cy="176171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76891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文本"/>
          <p:cNvSpPr txBox="1"/>
          <p:nvPr/>
        </p:nvSpPr>
        <p:spPr>
          <a:xfrm>
            <a:off x="-96009" y="1073150"/>
            <a:ext cx="12700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6FD85A-138B-1EAF-1061-963AC6B79BE0}"/>
              </a:ext>
            </a:extLst>
          </p:cNvPr>
          <p:cNvSpPr txBox="1"/>
          <p:nvPr/>
        </p:nvSpPr>
        <p:spPr>
          <a:xfrm>
            <a:off x="4544651" y="4516695"/>
            <a:ext cx="689920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57200">
              <a:defRPr sz="2500"/>
            </a:pPr>
            <a:r>
              <a:rPr lang="zh-CN" altLang="en-US" sz="3600" b="1" dirty="0">
                <a:solidFill>
                  <a:srgbClr val="3B4660"/>
                </a:solidFill>
              </a:rPr>
              <a:t>让我们欢迎：陶大江老师</a:t>
            </a:r>
            <a:endParaRPr lang="en-US" altLang="zh-CN" sz="3600" b="1" dirty="0">
              <a:solidFill>
                <a:srgbClr val="3B4660"/>
              </a:solidFill>
            </a:endParaRPr>
          </a:p>
          <a:p>
            <a:pPr defTabSz="457200">
              <a:defRPr sz="2500"/>
            </a:pPr>
            <a:r>
              <a:rPr lang="zh-CN" altLang="en-US" sz="3600" b="1" dirty="0">
                <a:solidFill>
                  <a:srgbClr val="3B4660"/>
                </a:solidFill>
              </a:rPr>
              <a:t>为我们发布今天的任务</a:t>
            </a:r>
          </a:p>
        </p:txBody>
      </p:sp>
      <p:sp>
        <p:nvSpPr>
          <p:cNvPr id="4" name="任务3: 数据感知之“神秘的豹猫”">
            <a:extLst>
              <a:ext uri="{FF2B5EF4-FFF2-40B4-BE49-F238E27FC236}">
                <a16:creationId xmlns:a16="http://schemas.microsoft.com/office/drawing/2014/main" id="{1D17D4F6-22B9-97BA-FBCD-CB84218060D3}"/>
              </a:ext>
            </a:extLst>
          </p:cNvPr>
          <p:cNvSpPr txBox="1"/>
          <p:nvPr/>
        </p:nvSpPr>
        <p:spPr>
          <a:xfrm>
            <a:off x="228572" y="413891"/>
            <a:ext cx="1887694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28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latin typeface="+mn-lt"/>
                <a:ea typeface="+mn-ea"/>
                <a:cs typeface="+mn-cs"/>
              </a:rPr>
              <a:t>任务发布</a:t>
            </a:r>
            <a:r>
              <a:rPr lang="en-US" altLang="zh-CN" dirty="0">
                <a:latin typeface="+mn-lt"/>
                <a:ea typeface="+mn-ea"/>
                <a:cs typeface="+mn-cs"/>
              </a:rPr>
              <a:t>🐱</a:t>
            </a:r>
            <a:endParaRPr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 descr="穿蓝色西装的男人&#10;&#10;AI 生成的内容可能不正确。">
            <a:extLst>
              <a:ext uri="{FF2B5EF4-FFF2-40B4-BE49-F238E27FC236}">
                <a16:creationId xmlns:a16="http://schemas.microsoft.com/office/drawing/2014/main" id="{4F2B88E0-EC16-F9EF-6C93-344DF2493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28009"/>
            <a:ext cx="2743559" cy="4112125"/>
          </a:xfrm>
          <a:prstGeom prst="roundRect">
            <a:avLst>
              <a:gd name="adj" fmla="val 25927"/>
            </a:avLst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F6DEF1-FD9E-967A-7C1D-C23F750BB49F}"/>
              </a:ext>
            </a:extLst>
          </p:cNvPr>
          <p:cNvSpPr txBox="1"/>
          <p:nvPr/>
        </p:nvSpPr>
        <p:spPr>
          <a:xfrm>
            <a:off x="4544651" y="1959437"/>
            <a:ext cx="6899203" cy="2185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b="1" dirty="0">
                <a:solidFill>
                  <a:srgbClr val="3B4660"/>
                </a:solidFill>
              </a:rPr>
              <a:t>陶大江</a:t>
            </a:r>
            <a:endParaRPr lang="en-US" altLang="zh-CN" sz="3600" b="1" dirty="0">
              <a:solidFill>
                <a:srgbClr val="3B4660"/>
              </a:solidFill>
            </a:endParaRPr>
          </a:p>
          <a:p>
            <a:pPr>
              <a:buNone/>
            </a:pPr>
            <a:endParaRPr lang="en-US" altLang="zh-CN" sz="2500" dirty="0"/>
          </a:p>
          <a:p>
            <a:pPr>
              <a:buNone/>
            </a:pPr>
            <a:r>
              <a:rPr lang="zh-CN" altLang="en-US" sz="2500" dirty="0"/>
              <a:t>北京市朝阳区明诚外国语学校，信息竞赛教练</a:t>
            </a:r>
            <a:r>
              <a:rPr lang="en-US" altLang="zh-CN" sz="2500" dirty="0"/>
              <a:t>/</a:t>
            </a:r>
            <a:r>
              <a:rPr lang="zh-CN" altLang="en-US" sz="2500" dirty="0"/>
              <a:t>北京培黎职业学院计算机系副主任。</a:t>
            </a:r>
          </a:p>
          <a:p>
            <a:pPr>
              <a:buNone/>
            </a:pPr>
            <a:r>
              <a:rPr lang="zh-CN" altLang="en-US" sz="2500" dirty="0"/>
              <a:t>曾有</a:t>
            </a:r>
            <a:r>
              <a:rPr lang="en-US" altLang="zh-CN" sz="2500" dirty="0"/>
              <a:t>15</a:t>
            </a:r>
            <a:r>
              <a:rPr lang="zh-CN" altLang="en-US" sz="2500" dirty="0"/>
              <a:t>年行业经验，兼职在大学任教</a:t>
            </a:r>
            <a:r>
              <a:rPr lang="en-US" altLang="zh-CN" sz="2500" dirty="0"/>
              <a:t>10</a:t>
            </a:r>
            <a:r>
              <a:rPr lang="zh-CN" altLang="en-US" sz="2500" dirty="0"/>
              <a:t>年。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文本框 1"/>
          <p:cNvSpPr txBox="1"/>
          <p:nvPr/>
        </p:nvSpPr>
        <p:spPr>
          <a:xfrm>
            <a:off x="481960" y="1889759"/>
            <a:ext cx="3785650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600" b="1">
                <a:solidFill>
                  <a:srgbClr val="3B4660"/>
                </a:solidFill>
              </a:defRPr>
            </a:pPr>
            <a:r>
              <a:rPr dirty="0" err="1"/>
              <a:t>请打开学生手册</a:t>
            </a:r>
            <a:r>
              <a:rPr dirty="0"/>
              <a:t>：</a:t>
            </a:r>
          </a:p>
          <a:p>
            <a:pPr>
              <a:defRPr sz="3600" b="1">
                <a:solidFill>
                  <a:srgbClr val="3B4660"/>
                </a:solidFill>
              </a:defRPr>
            </a:pPr>
            <a:endParaRPr lang="en-US" dirty="0"/>
          </a:p>
          <a:p>
            <a:pPr>
              <a:defRPr sz="3600" b="1">
                <a:solidFill>
                  <a:srgbClr val="3B4660"/>
                </a:solidFill>
              </a:defRPr>
            </a:pPr>
            <a:r>
              <a:rPr dirty="0"/>
              <a:t>2. </a:t>
            </a:r>
            <a:r>
              <a:rPr dirty="0" err="1"/>
              <a:t>小试牛刀</a:t>
            </a:r>
            <a:endParaRPr lang="en-US" dirty="0"/>
          </a:p>
          <a:p>
            <a:pPr>
              <a:defRPr sz="3600" b="1">
                <a:solidFill>
                  <a:srgbClr val="3B4660"/>
                </a:solidFill>
              </a:defRPr>
            </a:pPr>
            <a:r>
              <a:rPr lang="en-US" sz="2800" b="1" dirty="0" err="1">
                <a:solidFill>
                  <a:srgbClr val="3B4660"/>
                </a:solidFill>
              </a:rPr>
              <a:t>请跟随教师一起操作</a:t>
            </a:r>
            <a:endParaRPr lang="en-US" sz="2800" b="1" dirty="0">
              <a:solidFill>
                <a:srgbClr val="3B4660"/>
              </a:solidFill>
            </a:endParaRPr>
          </a:p>
        </p:txBody>
      </p:sp>
      <p:sp>
        <p:nvSpPr>
          <p:cNvPr id="164" name="文本"/>
          <p:cNvSpPr txBox="1"/>
          <p:nvPr/>
        </p:nvSpPr>
        <p:spPr>
          <a:xfrm>
            <a:off x="-7081235" y="-2574805"/>
            <a:ext cx="1270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65" name="任务3: 数据感知之“神秘的豹猫”"/>
          <p:cNvSpPr txBox="1"/>
          <p:nvPr/>
        </p:nvSpPr>
        <p:spPr>
          <a:xfrm>
            <a:off x="228572" y="413891"/>
            <a:ext cx="5093700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28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+mn-lt"/>
                <a:ea typeface="+mn-ea"/>
                <a:cs typeface="+mn-cs"/>
              </a:rPr>
              <a:t>任务3: </a:t>
            </a:r>
            <a:r>
              <a:rPr dirty="0" err="1">
                <a:latin typeface="+mn-lt"/>
                <a:ea typeface="+mn-ea"/>
                <a:cs typeface="+mn-cs"/>
              </a:rPr>
              <a:t>数据感知之“神秘的豹猫</a:t>
            </a:r>
            <a:r>
              <a:rPr dirty="0">
                <a:latin typeface="+mn-lt"/>
                <a:ea typeface="+mn-ea"/>
                <a:cs typeface="+mn-cs"/>
              </a:rPr>
              <a:t>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C512DC-5C29-4C89-F584-59987B206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973" y="1409586"/>
            <a:ext cx="6643914" cy="52148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A519-136A-7021-0BBC-8CF92619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本">
            <a:extLst>
              <a:ext uri="{FF2B5EF4-FFF2-40B4-BE49-F238E27FC236}">
                <a16:creationId xmlns:a16="http://schemas.microsoft.com/office/drawing/2014/main" id="{03AFE5A7-3CDB-6E99-A139-234ADDE020E3}"/>
              </a:ext>
            </a:extLst>
          </p:cNvPr>
          <p:cNvSpPr txBox="1"/>
          <p:nvPr/>
        </p:nvSpPr>
        <p:spPr>
          <a:xfrm>
            <a:off x="-7081235" y="-2574805"/>
            <a:ext cx="1270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65" name="任务3: 数据感知之“神秘的豹猫”">
            <a:extLst>
              <a:ext uri="{FF2B5EF4-FFF2-40B4-BE49-F238E27FC236}">
                <a16:creationId xmlns:a16="http://schemas.microsoft.com/office/drawing/2014/main" id="{5E1AD7E9-2664-544C-A9E6-18B75EAC2D1F}"/>
              </a:ext>
            </a:extLst>
          </p:cNvPr>
          <p:cNvSpPr txBox="1"/>
          <p:nvPr/>
        </p:nvSpPr>
        <p:spPr>
          <a:xfrm>
            <a:off x="228572" y="413891"/>
            <a:ext cx="5093700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28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+mn-lt"/>
                <a:ea typeface="+mn-ea"/>
                <a:cs typeface="+mn-cs"/>
              </a:rPr>
              <a:t>任务3: </a:t>
            </a:r>
            <a:r>
              <a:rPr dirty="0" err="1">
                <a:latin typeface="+mn-lt"/>
                <a:ea typeface="+mn-ea"/>
                <a:cs typeface="+mn-cs"/>
              </a:rPr>
              <a:t>数据感知之“神秘的豹猫</a:t>
            </a:r>
            <a:r>
              <a:rPr dirty="0">
                <a:latin typeface="+mn-lt"/>
                <a:ea typeface="+mn-ea"/>
                <a:cs typeface="+mn-cs"/>
              </a:rPr>
              <a:t>”</a:t>
            </a:r>
          </a:p>
        </p:txBody>
      </p:sp>
      <p:pic>
        <p:nvPicPr>
          <p:cNvPr id="2" name="已粘贴的影片.png" descr="已粘贴的影片.png">
            <a:extLst>
              <a:ext uri="{FF2B5EF4-FFF2-40B4-BE49-F238E27FC236}">
                <a16:creationId xmlns:a16="http://schemas.microsoft.com/office/drawing/2014/main" id="{783510F5-25EA-DC89-6FFA-90490AD2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4" r="27448"/>
          <a:stretch>
            <a:fillRect/>
          </a:stretch>
        </p:blipFill>
        <p:spPr>
          <a:xfrm>
            <a:off x="1195408" y="1982093"/>
            <a:ext cx="10278477" cy="351067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680B390-692E-27FC-2227-3782B580FF01}"/>
              </a:ext>
            </a:extLst>
          </p:cNvPr>
          <p:cNvSpPr/>
          <p:nvPr/>
        </p:nvSpPr>
        <p:spPr>
          <a:xfrm>
            <a:off x="5029200" y="2618509"/>
            <a:ext cx="5749636" cy="429491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6142295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数据集"/>
          <p:cNvSpPr txBox="1"/>
          <p:nvPr/>
        </p:nvSpPr>
        <p:spPr>
          <a:xfrm>
            <a:off x="270964" y="471576"/>
            <a:ext cx="1169549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 err="1">
                <a:latin typeface="+mn-lt"/>
                <a:ea typeface="+mn-ea"/>
                <a:cs typeface="+mn-cs"/>
              </a:rPr>
              <a:t>数据集</a:t>
            </a:r>
            <a:endParaRPr sz="28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EAD60E-B5FF-6C60-4DB1-D1457CA6A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90" y="1439432"/>
            <a:ext cx="10579481" cy="494699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准确率计算"/>
          <p:cNvSpPr txBox="1"/>
          <p:nvPr/>
        </p:nvSpPr>
        <p:spPr>
          <a:xfrm>
            <a:off x="238049" y="449542"/>
            <a:ext cx="1887694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 err="1">
                <a:latin typeface="+mn-lt"/>
                <a:ea typeface="+mn-ea"/>
                <a:cs typeface="+mn-cs"/>
              </a:rPr>
              <a:t>准确率计算</a:t>
            </a:r>
            <a:endParaRPr sz="28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D8333E-85CD-FDCE-F72C-3C47A9D286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6" y="1326189"/>
            <a:ext cx="10984316" cy="5399463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FE10CD6-3E48-7394-E535-5364D202A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586743"/>
              </p:ext>
            </p:extLst>
          </p:nvPr>
        </p:nvGraphicFramePr>
        <p:xfrm>
          <a:off x="5931568" y="3869466"/>
          <a:ext cx="4286079" cy="1662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2657">
                  <a:extLst>
                    <a:ext uri="{9D8B030D-6E8A-4147-A177-3AD203B41FA5}">
                      <a16:colId xmlns:a16="http://schemas.microsoft.com/office/drawing/2014/main" val="3003987458"/>
                    </a:ext>
                  </a:extLst>
                </a:gridCol>
                <a:gridCol w="2263422">
                  <a:extLst>
                    <a:ext uri="{9D8B030D-6E8A-4147-A177-3AD203B41FA5}">
                      <a16:colId xmlns:a16="http://schemas.microsoft.com/office/drawing/2014/main" val="26630096"/>
                    </a:ext>
                  </a:extLst>
                </a:gridCol>
              </a:tblGrid>
              <a:tr h="883164">
                <a:tc>
                  <a:txBody>
                    <a:bodyPr/>
                    <a:lstStyle/>
                    <a:p>
                      <a:pPr algn="l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26148"/>
                  </a:ext>
                </a:extLst>
              </a:tr>
              <a:tr h="779181">
                <a:tc>
                  <a:txBody>
                    <a:bodyPr/>
                    <a:lstStyle/>
                    <a:p>
                      <a:pPr algn="l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61716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D0D0-0499-C455-CED8-D1F7E3D7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准确率计算">
            <a:extLst>
              <a:ext uri="{FF2B5EF4-FFF2-40B4-BE49-F238E27FC236}">
                <a16:creationId xmlns:a16="http://schemas.microsoft.com/office/drawing/2014/main" id="{9A055FCC-8B4A-163F-CD88-0BA59D42ABD8}"/>
              </a:ext>
            </a:extLst>
          </p:cNvPr>
          <p:cNvSpPr txBox="1"/>
          <p:nvPr/>
        </p:nvSpPr>
        <p:spPr>
          <a:xfrm>
            <a:off x="238049" y="449542"/>
            <a:ext cx="1887694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 err="1">
                <a:latin typeface="+mn-lt"/>
                <a:ea typeface="+mn-ea"/>
                <a:cs typeface="+mn-cs"/>
              </a:rPr>
              <a:t>准确率计算</a:t>
            </a:r>
            <a:endParaRPr sz="28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88E51A-77D6-8BD9-D4B4-357D503F85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6" y="1326189"/>
            <a:ext cx="10984316" cy="5399463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EEE81A0-D765-C8D7-0DD8-3675AD095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62094"/>
              </p:ext>
            </p:extLst>
          </p:nvPr>
        </p:nvGraphicFramePr>
        <p:xfrm>
          <a:off x="5931568" y="3869466"/>
          <a:ext cx="4286079" cy="1662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2657">
                  <a:extLst>
                    <a:ext uri="{9D8B030D-6E8A-4147-A177-3AD203B41FA5}">
                      <a16:colId xmlns:a16="http://schemas.microsoft.com/office/drawing/2014/main" val="3003987458"/>
                    </a:ext>
                  </a:extLst>
                </a:gridCol>
                <a:gridCol w="2263422">
                  <a:extLst>
                    <a:ext uri="{9D8B030D-6E8A-4147-A177-3AD203B41FA5}">
                      <a16:colId xmlns:a16="http://schemas.microsoft.com/office/drawing/2014/main" val="26630096"/>
                    </a:ext>
                  </a:extLst>
                </a:gridCol>
              </a:tblGrid>
              <a:tr h="8831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26148"/>
                  </a:ext>
                </a:extLst>
              </a:tr>
              <a:tr h="77918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61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280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4FC82-D562-3014-C82E-E36C1ABF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准确率计算">
            <a:extLst>
              <a:ext uri="{FF2B5EF4-FFF2-40B4-BE49-F238E27FC236}">
                <a16:creationId xmlns:a16="http://schemas.microsoft.com/office/drawing/2014/main" id="{ABF526AC-9E2D-FFE3-7901-59B971211625}"/>
              </a:ext>
            </a:extLst>
          </p:cNvPr>
          <p:cNvSpPr txBox="1"/>
          <p:nvPr/>
        </p:nvSpPr>
        <p:spPr>
          <a:xfrm>
            <a:off x="238049" y="449542"/>
            <a:ext cx="1887694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 err="1">
                <a:latin typeface="+mn-lt"/>
                <a:ea typeface="+mn-ea"/>
                <a:cs typeface="+mn-cs"/>
              </a:rPr>
              <a:t>准确率计算</a:t>
            </a:r>
            <a:endParaRPr sz="28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8587F6-93B0-1F70-6CB2-8ABB28DD25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6" y="1326189"/>
            <a:ext cx="10984316" cy="5399463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F4EC39C-6ABF-0C64-9E5E-47E5F37548E5}"/>
              </a:ext>
            </a:extLst>
          </p:cNvPr>
          <p:cNvGraphicFramePr>
            <a:graphicFrameLocks noGrp="1"/>
          </p:cNvGraphicFramePr>
          <p:nvPr/>
        </p:nvGraphicFramePr>
        <p:xfrm>
          <a:off x="5931568" y="3869466"/>
          <a:ext cx="4286079" cy="1662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2657">
                  <a:extLst>
                    <a:ext uri="{9D8B030D-6E8A-4147-A177-3AD203B41FA5}">
                      <a16:colId xmlns:a16="http://schemas.microsoft.com/office/drawing/2014/main" val="3003987458"/>
                    </a:ext>
                  </a:extLst>
                </a:gridCol>
                <a:gridCol w="2263422">
                  <a:extLst>
                    <a:ext uri="{9D8B030D-6E8A-4147-A177-3AD203B41FA5}">
                      <a16:colId xmlns:a16="http://schemas.microsoft.com/office/drawing/2014/main" val="26630096"/>
                    </a:ext>
                  </a:extLst>
                </a:gridCol>
              </a:tblGrid>
              <a:tr h="8831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26148"/>
                  </a:ext>
                </a:extLst>
              </a:tr>
              <a:tr h="77918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6171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B20203-1C3F-8852-AD65-CAA1BAAD8323}"/>
                  </a:ext>
                </a:extLst>
              </p:cNvPr>
              <p:cNvSpPr txBox="1"/>
              <p:nvPr/>
            </p:nvSpPr>
            <p:spPr>
              <a:xfrm>
                <a:off x="3512917" y="5937812"/>
                <a:ext cx="1832233" cy="5250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CN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等线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0+0</m:t>
                          </m:r>
                        </m:num>
                        <m:den>
                          <m:r>
                            <a:rPr kumimoji="0" lang="en-US" altLang="zh-CN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等线"/>
                            </a:rPr>
                            <m:t>0+1+1+0</m:t>
                          </m:r>
                        </m:den>
                      </m:f>
                      <m:r>
                        <a:rPr kumimoji="0" lang="en-US" altLang="zh-CN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等线"/>
                        </a:rPr>
                        <m:t>=0</m:t>
                      </m:r>
                    </m:oMath>
                  </m:oMathPara>
                </a14:m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等线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A055D8-EA40-7D1F-1D9A-4D89A0A9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917" y="5937812"/>
                <a:ext cx="1832233" cy="525016"/>
              </a:xfrm>
              <a:prstGeom prst="rect">
                <a:avLst/>
              </a:prstGeom>
              <a:blipFill>
                <a:blip r:embed="rId3"/>
                <a:stretch>
                  <a:fillRect l="-2069" t="-4762" r="-2069" b="-1190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1271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文本"/>
          <p:cNvSpPr txBox="1"/>
          <p:nvPr/>
        </p:nvSpPr>
        <p:spPr>
          <a:xfrm>
            <a:off x="-96009" y="1073150"/>
            <a:ext cx="12700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pic>
        <p:nvPicPr>
          <p:cNvPr id="180" name="AdobeStock_173310116_870048_reduced.jpg" descr="AdobeStock_173310116_870048_reduced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b="10802"/>
          <a:stretch>
            <a:fillRect/>
          </a:stretch>
        </p:blipFill>
        <p:spPr>
          <a:xfrm>
            <a:off x="0" y="1148609"/>
            <a:ext cx="12192000" cy="570939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矩形"/>
          <p:cNvSpPr/>
          <p:nvPr/>
        </p:nvSpPr>
        <p:spPr>
          <a:xfrm>
            <a:off x="-96009" y="1073150"/>
            <a:ext cx="12288009" cy="5784849"/>
          </a:xfrm>
          <a:prstGeom prst="rect">
            <a:avLst/>
          </a:prstGeom>
          <a:solidFill>
            <a:srgbClr val="000000">
              <a:alpha val="58896"/>
            </a:srgbClr>
          </a:solidFill>
          <a:ln w="12700">
            <a:solidFill>
              <a:schemeClr val="accent1">
                <a:alpha val="58896"/>
              </a:schemeClr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" name="小组为单位，5人一组，通过分工协作，用不同数量的训练集训练模型，看看谁训练的模型准确率更高？…"/>
          <p:cNvSpPr txBox="1"/>
          <p:nvPr/>
        </p:nvSpPr>
        <p:spPr>
          <a:xfrm>
            <a:off x="910879" y="2628112"/>
            <a:ext cx="10021883" cy="20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4300" b="1">
                <a:solidFill>
                  <a:srgbClr val="FFFFFF"/>
                </a:solidFill>
              </a:defRPr>
            </a:pPr>
            <a:r>
              <a:rPr dirty="0"/>
              <a:t>小组为单位，</a:t>
            </a:r>
            <a:r>
              <a:rPr lang="en-US" altLang="zh-CN" dirty="0"/>
              <a:t>8</a:t>
            </a:r>
            <a:r>
              <a:rPr dirty="0"/>
              <a:t>人一组</a:t>
            </a:r>
            <a:r>
              <a:rPr lang="en-US" dirty="0"/>
              <a:t>。</a:t>
            </a:r>
            <a:endParaRPr lang="en-US" altLang="zh-CN" dirty="0"/>
          </a:p>
          <a:p>
            <a:pPr>
              <a:defRPr sz="4300" b="1">
                <a:solidFill>
                  <a:srgbClr val="FFFFFF"/>
                </a:solidFill>
              </a:defRPr>
            </a:pPr>
            <a:r>
              <a:rPr dirty="0" err="1"/>
              <a:t>通过分工协作，用不同数量的训练集训练模型，看看谁训练的模型准确率更高</a:t>
            </a:r>
            <a:r>
              <a:rPr dirty="0"/>
              <a:t>？</a:t>
            </a:r>
          </a:p>
        </p:txBody>
      </p:sp>
      <p:sp>
        <p:nvSpPr>
          <p:cNvPr id="2" name="准确率计算">
            <a:extLst>
              <a:ext uri="{FF2B5EF4-FFF2-40B4-BE49-F238E27FC236}">
                <a16:creationId xmlns:a16="http://schemas.microsoft.com/office/drawing/2014/main" id="{E6782570-BCD3-051E-A3DD-D76BF88C4AE7}"/>
              </a:ext>
            </a:extLst>
          </p:cNvPr>
          <p:cNvSpPr txBox="1"/>
          <p:nvPr/>
        </p:nvSpPr>
        <p:spPr>
          <a:xfrm>
            <a:off x="238049" y="449542"/>
            <a:ext cx="1536637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latin typeface="+mn-lt"/>
                <a:ea typeface="+mn-ea"/>
                <a:cs typeface="+mn-cs"/>
              </a:rPr>
              <a:t>实战开始</a:t>
            </a:r>
            <a:endParaRPr sz="2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5214F53-7EAC-FDC5-4783-A0196C11EB5D}"/>
              </a:ext>
            </a:extLst>
          </p:cNvPr>
          <p:cNvGrpSpPr/>
          <p:nvPr/>
        </p:nvGrpSpPr>
        <p:grpSpPr>
          <a:xfrm>
            <a:off x="2528347" y="1632287"/>
            <a:ext cx="8314145" cy="643646"/>
            <a:chOff x="1823358" y="199251"/>
            <a:chExt cx="8545284" cy="74306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D4C5348-D0F3-C11E-8ADA-C49535F54E8A}"/>
                </a:ext>
              </a:extLst>
            </p:cNvPr>
            <p:cNvSpPr/>
            <p:nvPr/>
          </p:nvSpPr>
          <p:spPr>
            <a:xfrm>
              <a:off x="1823358" y="199253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EB9CBB6-755C-6F7E-D0E3-CCDD59264944}"/>
                </a:ext>
              </a:extLst>
            </p:cNvPr>
            <p:cNvSpPr/>
            <p:nvPr/>
          </p:nvSpPr>
          <p:spPr>
            <a:xfrm>
              <a:off x="2937960" y="199252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85A6D1A-C28C-0539-DD57-605049419AA7}"/>
                </a:ext>
              </a:extLst>
            </p:cNvPr>
            <p:cNvSpPr/>
            <p:nvPr/>
          </p:nvSpPr>
          <p:spPr>
            <a:xfrm>
              <a:off x="4052563" y="199252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D26445D-809D-5AAC-077E-32C093FB0A04}"/>
                </a:ext>
              </a:extLst>
            </p:cNvPr>
            <p:cNvSpPr/>
            <p:nvPr/>
          </p:nvSpPr>
          <p:spPr>
            <a:xfrm>
              <a:off x="5167165" y="199252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4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8D9FDF7-ED2E-BFDE-37BA-F9972CAEA05F}"/>
                </a:ext>
              </a:extLst>
            </p:cNvPr>
            <p:cNvSpPr/>
            <p:nvPr/>
          </p:nvSpPr>
          <p:spPr>
            <a:xfrm>
              <a:off x="6281767" y="199251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5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AA63078-4878-CD0E-74D5-86B1F70AA86E}"/>
                </a:ext>
              </a:extLst>
            </p:cNvPr>
            <p:cNvSpPr/>
            <p:nvPr/>
          </p:nvSpPr>
          <p:spPr>
            <a:xfrm>
              <a:off x="7396369" y="199251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6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348171D-CED5-648C-B306-A5AE48F05536}"/>
                </a:ext>
              </a:extLst>
            </p:cNvPr>
            <p:cNvSpPr/>
            <p:nvPr/>
          </p:nvSpPr>
          <p:spPr>
            <a:xfrm>
              <a:off x="8510972" y="199251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7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C29460E-8ECA-40FF-1B27-6F77584E7D2F}"/>
                </a:ext>
              </a:extLst>
            </p:cNvPr>
            <p:cNvSpPr/>
            <p:nvPr/>
          </p:nvSpPr>
          <p:spPr>
            <a:xfrm>
              <a:off x="9625574" y="199251"/>
              <a:ext cx="743068" cy="743067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8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3F1878-8987-120A-2DF6-F6D2BD090990}"/>
              </a:ext>
            </a:extLst>
          </p:cNvPr>
          <p:cNvGrpSpPr/>
          <p:nvPr/>
        </p:nvGrpSpPr>
        <p:grpSpPr>
          <a:xfrm>
            <a:off x="2528347" y="2605624"/>
            <a:ext cx="8314145" cy="643646"/>
            <a:chOff x="881743" y="718455"/>
            <a:chExt cx="10765970" cy="93617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6023052-0F20-1699-A28B-184AB4B43DEE}"/>
                </a:ext>
              </a:extLst>
            </p:cNvPr>
            <p:cNvSpPr/>
            <p:nvPr/>
          </p:nvSpPr>
          <p:spPr>
            <a:xfrm>
              <a:off x="881743" y="718457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16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3856489-321A-CA47-EED0-BE9F3C70B727}"/>
                </a:ext>
              </a:extLst>
            </p:cNvPr>
            <p:cNvSpPr/>
            <p:nvPr/>
          </p:nvSpPr>
          <p:spPr>
            <a:xfrm>
              <a:off x="2286000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15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D3C272CB-23D6-583A-87F4-ADD45DE41E93}"/>
                </a:ext>
              </a:extLst>
            </p:cNvPr>
            <p:cNvSpPr/>
            <p:nvPr/>
          </p:nvSpPr>
          <p:spPr>
            <a:xfrm>
              <a:off x="3690257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14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7A8C4E5-35A5-0CC0-6D0B-C7631A6E642A}"/>
                </a:ext>
              </a:extLst>
            </p:cNvPr>
            <p:cNvSpPr/>
            <p:nvPr/>
          </p:nvSpPr>
          <p:spPr>
            <a:xfrm>
              <a:off x="5094514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13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4ADF2EC-8424-B3F7-3A45-A30B98C365F2}"/>
                </a:ext>
              </a:extLst>
            </p:cNvPr>
            <p:cNvSpPr/>
            <p:nvPr/>
          </p:nvSpPr>
          <p:spPr>
            <a:xfrm>
              <a:off x="6498771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12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D7262EB-2A02-E4E9-748C-604994BF0EFC}"/>
                </a:ext>
              </a:extLst>
            </p:cNvPr>
            <p:cNvSpPr/>
            <p:nvPr/>
          </p:nvSpPr>
          <p:spPr>
            <a:xfrm>
              <a:off x="7903028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11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B077985-43F0-2A23-E950-D75E4520BB10}"/>
                </a:ext>
              </a:extLst>
            </p:cNvPr>
            <p:cNvSpPr/>
            <p:nvPr/>
          </p:nvSpPr>
          <p:spPr>
            <a:xfrm>
              <a:off x="9307285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10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E9A2E8C-1593-F1EF-C5D9-AE4AD151F0EB}"/>
                </a:ext>
              </a:extLst>
            </p:cNvPr>
            <p:cNvSpPr/>
            <p:nvPr/>
          </p:nvSpPr>
          <p:spPr>
            <a:xfrm>
              <a:off x="10711542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9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50EAEC-C8DB-61C7-EFF0-CBC37D220310}"/>
              </a:ext>
            </a:extLst>
          </p:cNvPr>
          <p:cNvGrpSpPr/>
          <p:nvPr/>
        </p:nvGrpSpPr>
        <p:grpSpPr>
          <a:xfrm>
            <a:off x="2527408" y="3609439"/>
            <a:ext cx="8314145" cy="643646"/>
            <a:chOff x="881743" y="718455"/>
            <a:chExt cx="10765970" cy="936173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DAFD067-9C3E-B1A2-BB5A-AE8B54D131BB}"/>
                </a:ext>
              </a:extLst>
            </p:cNvPr>
            <p:cNvSpPr/>
            <p:nvPr/>
          </p:nvSpPr>
          <p:spPr>
            <a:xfrm>
              <a:off x="881743" y="718457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17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47A3A39-CC13-B84D-8BA3-FC77A12EBB34}"/>
                </a:ext>
              </a:extLst>
            </p:cNvPr>
            <p:cNvSpPr/>
            <p:nvPr/>
          </p:nvSpPr>
          <p:spPr>
            <a:xfrm>
              <a:off x="2286000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18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2B07332-829C-A164-0060-809F9BBE18D3}"/>
                </a:ext>
              </a:extLst>
            </p:cNvPr>
            <p:cNvSpPr/>
            <p:nvPr/>
          </p:nvSpPr>
          <p:spPr>
            <a:xfrm>
              <a:off x="3690257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19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E194135-39AA-5760-7FDD-BC585308FE61}"/>
                </a:ext>
              </a:extLst>
            </p:cNvPr>
            <p:cNvSpPr/>
            <p:nvPr/>
          </p:nvSpPr>
          <p:spPr>
            <a:xfrm>
              <a:off x="5094514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20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6482187-7315-7209-EF81-624045E39E45}"/>
                </a:ext>
              </a:extLst>
            </p:cNvPr>
            <p:cNvSpPr/>
            <p:nvPr/>
          </p:nvSpPr>
          <p:spPr>
            <a:xfrm>
              <a:off x="6498771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21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4B6625B-FE9E-BB4C-8382-CDBB2BF45A34}"/>
                </a:ext>
              </a:extLst>
            </p:cNvPr>
            <p:cNvSpPr/>
            <p:nvPr/>
          </p:nvSpPr>
          <p:spPr>
            <a:xfrm>
              <a:off x="7903028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22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161676E-EEBC-FABD-D8F7-505C42E0C3AE}"/>
                </a:ext>
              </a:extLst>
            </p:cNvPr>
            <p:cNvSpPr/>
            <p:nvPr/>
          </p:nvSpPr>
          <p:spPr>
            <a:xfrm>
              <a:off x="9307285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23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9589DC2-2A44-489D-CFC2-7EA81CF680DB}"/>
                </a:ext>
              </a:extLst>
            </p:cNvPr>
            <p:cNvSpPr/>
            <p:nvPr/>
          </p:nvSpPr>
          <p:spPr>
            <a:xfrm>
              <a:off x="10711542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24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223AC52-6F5C-934A-4ECC-08431E3613C2}"/>
              </a:ext>
            </a:extLst>
          </p:cNvPr>
          <p:cNvGrpSpPr/>
          <p:nvPr/>
        </p:nvGrpSpPr>
        <p:grpSpPr>
          <a:xfrm>
            <a:off x="2510074" y="4590622"/>
            <a:ext cx="8314145" cy="643646"/>
            <a:chOff x="881743" y="718455"/>
            <a:chExt cx="10765970" cy="93617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EAE4C51-DB11-D5F6-D21D-DFBC94119BAE}"/>
                </a:ext>
              </a:extLst>
            </p:cNvPr>
            <p:cNvSpPr/>
            <p:nvPr/>
          </p:nvSpPr>
          <p:spPr>
            <a:xfrm>
              <a:off x="881743" y="718457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32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44BCEFF-C306-A21F-82A5-2B11B8D9EC1E}"/>
                </a:ext>
              </a:extLst>
            </p:cNvPr>
            <p:cNvSpPr/>
            <p:nvPr/>
          </p:nvSpPr>
          <p:spPr>
            <a:xfrm>
              <a:off x="2286000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31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6F76620-90F2-DDC9-6EC9-8AB715D3B882}"/>
                </a:ext>
              </a:extLst>
            </p:cNvPr>
            <p:cNvSpPr/>
            <p:nvPr/>
          </p:nvSpPr>
          <p:spPr>
            <a:xfrm>
              <a:off x="3690257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30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44D0F68-FB03-8128-7029-710F090C35CB}"/>
                </a:ext>
              </a:extLst>
            </p:cNvPr>
            <p:cNvSpPr/>
            <p:nvPr/>
          </p:nvSpPr>
          <p:spPr>
            <a:xfrm>
              <a:off x="5094514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29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8BFB38B-F881-B8FC-8F26-6B75BC133318}"/>
                </a:ext>
              </a:extLst>
            </p:cNvPr>
            <p:cNvSpPr/>
            <p:nvPr/>
          </p:nvSpPr>
          <p:spPr>
            <a:xfrm>
              <a:off x="6498771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28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283AADA-CB77-E9C1-09D4-79C36DB63E64}"/>
                </a:ext>
              </a:extLst>
            </p:cNvPr>
            <p:cNvSpPr/>
            <p:nvPr/>
          </p:nvSpPr>
          <p:spPr>
            <a:xfrm>
              <a:off x="7903028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27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A7C3D64A-BC13-C5FE-54A0-5FFAE9194B63}"/>
                </a:ext>
              </a:extLst>
            </p:cNvPr>
            <p:cNvSpPr/>
            <p:nvPr/>
          </p:nvSpPr>
          <p:spPr>
            <a:xfrm>
              <a:off x="9307285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26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939C008-8C8C-B330-B471-D6B76E88ABC8}"/>
                </a:ext>
              </a:extLst>
            </p:cNvPr>
            <p:cNvSpPr/>
            <p:nvPr/>
          </p:nvSpPr>
          <p:spPr>
            <a:xfrm>
              <a:off x="10711542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25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AF40A4A-E63E-F0E3-2C08-FA20BAAA456B}"/>
              </a:ext>
            </a:extLst>
          </p:cNvPr>
          <p:cNvGrpSpPr/>
          <p:nvPr/>
        </p:nvGrpSpPr>
        <p:grpSpPr>
          <a:xfrm>
            <a:off x="2512461" y="5629412"/>
            <a:ext cx="8314145" cy="643646"/>
            <a:chOff x="881743" y="718455"/>
            <a:chExt cx="10765970" cy="93617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83D9D1A-072E-AEE8-9731-8677D4A07274}"/>
                </a:ext>
              </a:extLst>
            </p:cNvPr>
            <p:cNvSpPr/>
            <p:nvPr/>
          </p:nvSpPr>
          <p:spPr>
            <a:xfrm>
              <a:off x="881743" y="718457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33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0A0E319-E549-3BAB-CA3C-048625A06712}"/>
                </a:ext>
              </a:extLst>
            </p:cNvPr>
            <p:cNvSpPr/>
            <p:nvPr/>
          </p:nvSpPr>
          <p:spPr>
            <a:xfrm>
              <a:off x="2286000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34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E3FD6CC-7B32-0DFB-8916-9DF92C09190A}"/>
                </a:ext>
              </a:extLst>
            </p:cNvPr>
            <p:cNvSpPr/>
            <p:nvPr/>
          </p:nvSpPr>
          <p:spPr>
            <a:xfrm>
              <a:off x="3690257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35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76EB519-648F-D3AE-BE7A-D270AA5AE15A}"/>
                </a:ext>
              </a:extLst>
            </p:cNvPr>
            <p:cNvSpPr/>
            <p:nvPr/>
          </p:nvSpPr>
          <p:spPr>
            <a:xfrm>
              <a:off x="5094514" y="718456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36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8B11E0E-8C64-5789-D21B-0556D7B3E0DF}"/>
                </a:ext>
              </a:extLst>
            </p:cNvPr>
            <p:cNvSpPr/>
            <p:nvPr/>
          </p:nvSpPr>
          <p:spPr>
            <a:xfrm>
              <a:off x="6498771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37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6E6A835-F07D-5492-C3BB-510292ACF24B}"/>
                </a:ext>
              </a:extLst>
            </p:cNvPr>
            <p:cNvSpPr/>
            <p:nvPr/>
          </p:nvSpPr>
          <p:spPr>
            <a:xfrm>
              <a:off x="7903028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38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433E670-8E5E-2552-772D-CE599E3AC8B3}"/>
                </a:ext>
              </a:extLst>
            </p:cNvPr>
            <p:cNvSpPr/>
            <p:nvPr/>
          </p:nvSpPr>
          <p:spPr>
            <a:xfrm>
              <a:off x="9307285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latin typeface="SimHei" panose="02010609060101010101" pitchFamily="49" charset="-122"/>
                  <a:ea typeface="SimHei" panose="02010609060101010101" pitchFamily="49" charset="-122"/>
                </a:rPr>
                <a:t>39</a:t>
              </a:r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575FCF0-412A-E379-840B-59F82135CA8D}"/>
                </a:ext>
              </a:extLst>
            </p:cNvPr>
            <p:cNvSpPr/>
            <p:nvPr/>
          </p:nvSpPr>
          <p:spPr>
            <a:xfrm>
              <a:off x="10711542" y="718455"/>
              <a:ext cx="936171" cy="936171"/>
            </a:xfrm>
            <a:prstGeom prst="rect">
              <a:avLst/>
            </a:prstGeom>
            <a:ln>
              <a:solidFill>
                <a:srgbClr val="3B46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CB785D60-0B4A-8C49-88F8-27F39041826E}"/>
              </a:ext>
            </a:extLst>
          </p:cNvPr>
          <p:cNvSpPr txBox="1"/>
          <p:nvPr/>
        </p:nvSpPr>
        <p:spPr>
          <a:xfrm>
            <a:off x="354360" y="1714899"/>
            <a:ext cx="14418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001→032</a:t>
            </a:r>
            <a:endParaRPr kumimoji="1" lang="zh-CN" altLang="en-US" sz="2400" dirty="0">
              <a:solidFill>
                <a:schemeClr val="bg1">
                  <a:lumMod val="50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BEEEC9A-4D9B-52CD-1DEA-D54119385AFE}"/>
              </a:ext>
            </a:extLst>
          </p:cNvPr>
          <p:cNvSpPr txBox="1"/>
          <p:nvPr/>
        </p:nvSpPr>
        <p:spPr>
          <a:xfrm>
            <a:off x="354358" y="3680765"/>
            <a:ext cx="14418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065→096</a:t>
            </a:r>
            <a:endParaRPr kumimoji="1" lang="zh-CN" altLang="en-US" sz="2400" dirty="0">
              <a:solidFill>
                <a:schemeClr val="bg1">
                  <a:lumMod val="50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4ED2584-781C-2385-2976-56927FEF378E}"/>
              </a:ext>
            </a:extLst>
          </p:cNvPr>
          <p:cNvSpPr txBox="1"/>
          <p:nvPr/>
        </p:nvSpPr>
        <p:spPr>
          <a:xfrm>
            <a:off x="354358" y="4663697"/>
            <a:ext cx="14418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128→097</a:t>
            </a:r>
            <a:endParaRPr kumimoji="1" lang="zh-CN" altLang="en-US" sz="2400" dirty="0">
              <a:solidFill>
                <a:schemeClr val="bg1">
                  <a:lumMod val="50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F28FAB-9364-1147-BC52-5E0FC112B879}"/>
              </a:ext>
            </a:extLst>
          </p:cNvPr>
          <p:cNvSpPr txBox="1"/>
          <p:nvPr/>
        </p:nvSpPr>
        <p:spPr>
          <a:xfrm>
            <a:off x="354358" y="5646629"/>
            <a:ext cx="14418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129→156</a:t>
            </a:r>
            <a:endParaRPr kumimoji="1" lang="zh-CN" altLang="en-US" sz="2400" dirty="0">
              <a:solidFill>
                <a:schemeClr val="bg1">
                  <a:lumMod val="50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E98C57-A83B-A673-F8DF-223D23E60ACB}"/>
              </a:ext>
            </a:extLst>
          </p:cNvPr>
          <p:cNvSpPr txBox="1"/>
          <p:nvPr/>
        </p:nvSpPr>
        <p:spPr>
          <a:xfrm>
            <a:off x="354359" y="2697833"/>
            <a:ext cx="144187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064→033</a:t>
            </a:r>
            <a:endParaRPr kumimoji="1" lang="zh-CN" altLang="en-US" sz="2400" dirty="0">
              <a:solidFill>
                <a:schemeClr val="bg1">
                  <a:lumMod val="50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3A62A9A-B7DE-DF9B-7368-38BCCD66148A}"/>
              </a:ext>
            </a:extLst>
          </p:cNvPr>
          <p:cNvGrpSpPr/>
          <p:nvPr/>
        </p:nvGrpSpPr>
        <p:grpSpPr>
          <a:xfrm>
            <a:off x="2463471" y="1475902"/>
            <a:ext cx="1986609" cy="851660"/>
            <a:chOff x="2432991" y="1417033"/>
            <a:chExt cx="1986609" cy="1062931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682C7424-707E-EC60-0095-9AE739CBE7B6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12B1F56-C4BB-030D-5936-C88A2F0CD44D}"/>
                </a:ext>
              </a:extLst>
            </p:cNvPr>
            <p:cNvSpPr txBox="1"/>
            <p:nvPr/>
          </p:nvSpPr>
          <p:spPr>
            <a:xfrm>
              <a:off x="3172895" y="1417033"/>
              <a:ext cx="464874" cy="36933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1832DEC-9B7A-27B1-6DE4-142470CC9EC6}"/>
              </a:ext>
            </a:extLst>
          </p:cNvPr>
          <p:cNvGrpSpPr/>
          <p:nvPr/>
        </p:nvGrpSpPr>
        <p:grpSpPr>
          <a:xfrm>
            <a:off x="4604435" y="1473135"/>
            <a:ext cx="1986609" cy="851661"/>
            <a:chOff x="2432991" y="1417032"/>
            <a:chExt cx="1986609" cy="1062932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BE5B05D-7894-0897-CA6A-0DEE9295045D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968A935F-1C4B-9E1F-035A-7A90F69FBA5A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2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80B4C0DA-6D8A-F202-F7BC-B8ABCC9CFCAF}"/>
              </a:ext>
            </a:extLst>
          </p:cNvPr>
          <p:cNvGrpSpPr/>
          <p:nvPr/>
        </p:nvGrpSpPr>
        <p:grpSpPr>
          <a:xfrm>
            <a:off x="6745399" y="1473135"/>
            <a:ext cx="1986609" cy="851661"/>
            <a:chOff x="2432991" y="1417032"/>
            <a:chExt cx="1986609" cy="1062932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BFEE9A27-129E-084F-8CF2-DF90C0FD2C09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C5BFAD3A-7AA6-E457-D8ED-6EEDA25F1A9B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3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E07F66CD-FCFA-7A40-12B2-404C2732D8E4}"/>
              </a:ext>
            </a:extLst>
          </p:cNvPr>
          <p:cNvGrpSpPr/>
          <p:nvPr/>
        </p:nvGrpSpPr>
        <p:grpSpPr>
          <a:xfrm>
            <a:off x="8886363" y="1473027"/>
            <a:ext cx="1986609" cy="851661"/>
            <a:chOff x="2432991" y="1417032"/>
            <a:chExt cx="1986609" cy="1062932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51D6E242-DFAA-DA1A-2CD3-1E53F2215BA3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0564203B-9C4D-B9BE-9F9F-DB0AB107BBCD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4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0E269596-D0FA-AAA2-60F0-CBD7D22B8942}"/>
              </a:ext>
            </a:extLst>
          </p:cNvPr>
          <p:cNvGrpSpPr/>
          <p:nvPr/>
        </p:nvGrpSpPr>
        <p:grpSpPr>
          <a:xfrm>
            <a:off x="2463471" y="2411228"/>
            <a:ext cx="1986609" cy="851660"/>
            <a:chOff x="2432991" y="1417033"/>
            <a:chExt cx="1986609" cy="1062931"/>
          </a:xfrm>
        </p:grpSpPr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F6E57AC9-C994-2811-0D0C-0D890C6AC9C7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4FF2023-0484-DE1F-FA34-9388B0A3706D}"/>
                </a:ext>
              </a:extLst>
            </p:cNvPr>
            <p:cNvSpPr txBox="1"/>
            <p:nvPr/>
          </p:nvSpPr>
          <p:spPr>
            <a:xfrm>
              <a:off x="3172895" y="1417033"/>
              <a:ext cx="464874" cy="46095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5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C356187-45E8-6DFC-60AD-B007D983844F}"/>
              </a:ext>
            </a:extLst>
          </p:cNvPr>
          <p:cNvGrpSpPr/>
          <p:nvPr/>
        </p:nvGrpSpPr>
        <p:grpSpPr>
          <a:xfrm>
            <a:off x="4604435" y="2408461"/>
            <a:ext cx="1986609" cy="851661"/>
            <a:chOff x="2432991" y="1417032"/>
            <a:chExt cx="1986609" cy="1062932"/>
          </a:xfrm>
        </p:grpSpPr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4E200CC-D820-971B-C846-6F7E63342B52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DF1A5678-C838-985F-2655-EF0273C901DD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6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541280AB-F2D1-1FB6-6D94-6E5D6CEE384F}"/>
              </a:ext>
            </a:extLst>
          </p:cNvPr>
          <p:cNvGrpSpPr/>
          <p:nvPr/>
        </p:nvGrpSpPr>
        <p:grpSpPr>
          <a:xfrm>
            <a:off x="6745399" y="2408461"/>
            <a:ext cx="1986609" cy="851661"/>
            <a:chOff x="2432991" y="1417032"/>
            <a:chExt cx="1986609" cy="1062932"/>
          </a:xfrm>
        </p:grpSpPr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D66DE8D9-EE00-5346-64DF-B005ACC7D9A2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CDAD97B-F973-7FE7-FAC2-52038F78F61F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7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3F6C9D27-08CD-0F37-78BB-0D463E1EE93B}"/>
              </a:ext>
            </a:extLst>
          </p:cNvPr>
          <p:cNvGrpSpPr/>
          <p:nvPr/>
        </p:nvGrpSpPr>
        <p:grpSpPr>
          <a:xfrm>
            <a:off x="8886363" y="2408353"/>
            <a:ext cx="1986609" cy="851661"/>
            <a:chOff x="2432991" y="1417032"/>
            <a:chExt cx="1986609" cy="1062932"/>
          </a:xfrm>
        </p:grpSpPr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3AB96F56-0C8B-8B25-87F7-3C6104BC8E01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8037C862-94DE-6302-97FF-DFB8B281DCE5}"/>
                </a:ext>
              </a:extLst>
            </p:cNvPr>
            <p:cNvSpPr txBox="1"/>
            <p:nvPr/>
          </p:nvSpPr>
          <p:spPr>
            <a:xfrm>
              <a:off x="3172895" y="1417032"/>
              <a:ext cx="464874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8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302B50BC-DD8F-C4FD-AA5A-08C853B81460}"/>
              </a:ext>
            </a:extLst>
          </p:cNvPr>
          <p:cNvGrpSpPr/>
          <p:nvPr/>
        </p:nvGrpSpPr>
        <p:grpSpPr>
          <a:xfrm>
            <a:off x="2463471" y="3415181"/>
            <a:ext cx="1986609" cy="851660"/>
            <a:chOff x="2432991" y="1417033"/>
            <a:chExt cx="1986609" cy="1062931"/>
          </a:xfrm>
        </p:grpSpPr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FD6D2EE7-8484-A545-877E-2AE5F803D2EB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11BF172F-0937-9D2C-9B5C-549977A2A342}"/>
                </a:ext>
              </a:extLst>
            </p:cNvPr>
            <p:cNvSpPr txBox="1"/>
            <p:nvPr/>
          </p:nvSpPr>
          <p:spPr>
            <a:xfrm>
              <a:off x="3172895" y="1417033"/>
              <a:ext cx="464874" cy="46095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9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46116A27-F7FF-CB09-5B26-05C629D33441}"/>
              </a:ext>
            </a:extLst>
          </p:cNvPr>
          <p:cNvGrpSpPr/>
          <p:nvPr/>
        </p:nvGrpSpPr>
        <p:grpSpPr>
          <a:xfrm>
            <a:off x="4604435" y="3412414"/>
            <a:ext cx="1986609" cy="851661"/>
            <a:chOff x="2432991" y="1417032"/>
            <a:chExt cx="1986609" cy="1062932"/>
          </a:xfrm>
        </p:grpSpPr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E0893D6B-4BB3-6FB1-450C-202F507CA511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58E1CB62-9311-C199-74E9-86D730E844A8}"/>
                </a:ext>
              </a:extLst>
            </p:cNvPr>
            <p:cNvSpPr txBox="1"/>
            <p:nvPr/>
          </p:nvSpPr>
          <p:spPr>
            <a:xfrm>
              <a:off x="3172894" y="1417032"/>
              <a:ext cx="619229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10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FAC0F65B-91EE-7A7B-37BE-296A87F32600}"/>
              </a:ext>
            </a:extLst>
          </p:cNvPr>
          <p:cNvGrpSpPr/>
          <p:nvPr/>
        </p:nvGrpSpPr>
        <p:grpSpPr>
          <a:xfrm>
            <a:off x="6745399" y="3412414"/>
            <a:ext cx="1986609" cy="851661"/>
            <a:chOff x="2432991" y="1417032"/>
            <a:chExt cx="1986609" cy="1062932"/>
          </a:xfrm>
        </p:grpSpPr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2EBAB912-46CA-FE0D-0725-832C2A1AB386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5F22ADF1-4749-2A18-2ED8-C2528E3717CC}"/>
                </a:ext>
              </a:extLst>
            </p:cNvPr>
            <p:cNvSpPr txBox="1"/>
            <p:nvPr/>
          </p:nvSpPr>
          <p:spPr>
            <a:xfrm>
              <a:off x="3172894" y="1417032"/>
              <a:ext cx="619229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11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A3C2700-557E-CA88-00E2-514EF110A8EB}"/>
              </a:ext>
            </a:extLst>
          </p:cNvPr>
          <p:cNvGrpSpPr/>
          <p:nvPr/>
        </p:nvGrpSpPr>
        <p:grpSpPr>
          <a:xfrm>
            <a:off x="8886363" y="3412306"/>
            <a:ext cx="1986609" cy="851661"/>
            <a:chOff x="2432991" y="1417032"/>
            <a:chExt cx="1986609" cy="106293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D5F35F0-77C8-EC38-55E0-73470E3A39DA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B746D5E3-ED6B-3504-62FC-B2B841EB7744}"/>
                </a:ext>
              </a:extLst>
            </p:cNvPr>
            <p:cNvSpPr txBox="1"/>
            <p:nvPr/>
          </p:nvSpPr>
          <p:spPr>
            <a:xfrm>
              <a:off x="3172895" y="1417032"/>
              <a:ext cx="619228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12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E43A8326-53D5-7991-D04E-7D9457C2BE2B}"/>
              </a:ext>
            </a:extLst>
          </p:cNvPr>
          <p:cNvGrpSpPr/>
          <p:nvPr/>
        </p:nvGrpSpPr>
        <p:grpSpPr>
          <a:xfrm>
            <a:off x="2463471" y="4396227"/>
            <a:ext cx="1986609" cy="851660"/>
            <a:chOff x="2432991" y="1417033"/>
            <a:chExt cx="1986609" cy="1062931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680AEECD-290C-411D-BB8B-380280B1558A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A517EB0E-4E7A-37F5-4181-F53B0EDED367}"/>
                </a:ext>
              </a:extLst>
            </p:cNvPr>
            <p:cNvSpPr txBox="1"/>
            <p:nvPr/>
          </p:nvSpPr>
          <p:spPr>
            <a:xfrm>
              <a:off x="3172894" y="1417033"/>
              <a:ext cx="619229" cy="46095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13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D2367910-752F-899F-9D01-F462F9B6E3D1}"/>
              </a:ext>
            </a:extLst>
          </p:cNvPr>
          <p:cNvGrpSpPr/>
          <p:nvPr/>
        </p:nvGrpSpPr>
        <p:grpSpPr>
          <a:xfrm>
            <a:off x="4604435" y="4393460"/>
            <a:ext cx="1986609" cy="851661"/>
            <a:chOff x="2432991" y="1417032"/>
            <a:chExt cx="1986609" cy="1062932"/>
          </a:xfrm>
        </p:grpSpPr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0A70E69E-DC09-5BF7-3300-3D01945DF441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77FCFD31-9056-947B-056B-31A325BB0418}"/>
                </a:ext>
              </a:extLst>
            </p:cNvPr>
            <p:cNvSpPr txBox="1"/>
            <p:nvPr/>
          </p:nvSpPr>
          <p:spPr>
            <a:xfrm>
              <a:off x="3172895" y="1417032"/>
              <a:ext cx="619228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14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B4D418F2-6667-BD72-C0DD-52C8CF5260E8}"/>
              </a:ext>
            </a:extLst>
          </p:cNvPr>
          <p:cNvGrpSpPr/>
          <p:nvPr/>
        </p:nvGrpSpPr>
        <p:grpSpPr>
          <a:xfrm>
            <a:off x="6745399" y="4393460"/>
            <a:ext cx="1986609" cy="851661"/>
            <a:chOff x="2432991" y="1417032"/>
            <a:chExt cx="1986609" cy="1062932"/>
          </a:xfrm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DE07FCDC-AF18-8824-71DC-1073B3408659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D1026B47-4FE7-0AF5-5E4B-F94A55BAFD42}"/>
                </a:ext>
              </a:extLst>
            </p:cNvPr>
            <p:cNvSpPr txBox="1"/>
            <p:nvPr/>
          </p:nvSpPr>
          <p:spPr>
            <a:xfrm>
              <a:off x="3172895" y="1417032"/>
              <a:ext cx="619228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15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2D21F451-D039-BA25-9506-736FA104F30C}"/>
              </a:ext>
            </a:extLst>
          </p:cNvPr>
          <p:cNvGrpSpPr/>
          <p:nvPr/>
        </p:nvGrpSpPr>
        <p:grpSpPr>
          <a:xfrm>
            <a:off x="8886363" y="4393352"/>
            <a:ext cx="1986609" cy="851661"/>
            <a:chOff x="2432991" y="1417032"/>
            <a:chExt cx="1986609" cy="1062932"/>
          </a:xfrm>
        </p:grpSpPr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A66105C4-68A8-C4C1-9B6B-5637CFF18A38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66FE5756-AB21-D5C4-4CF2-B8FC23161F59}"/>
                </a:ext>
              </a:extLst>
            </p:cNvPr>
            <p:cNvSpPr txBox="1"/>
            <p:nvPr/>
          </p:nvSpPr>
          <p:spPr>
            <a:xfrm>
              <a:off x="3172894" y="1417032"/>
              <a:ext cx="627477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16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11C1D738-1BF7-41C9-CA4F-81144D3F1A9A}"/>
              </a:ext>
            </a:extLst>
          </p:cNvPr>
          <p:cNvGrpSpPr/>
          <p:nvPr/>
        </p:nvGrpSpPr>
        <p:grpSpPr>
          <a:xfrm>
            <a:off x="2463471" y="5446008"/>
            <a:ext cx="1986609" cy="851660"/>
            <a:chOff x="2432991" y="1417033"/>
            <a:chExt cx="1986609" cy="1062931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24374E91-25E8-9CE4-2FDC-451A499CD033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C4D4300E-E7FE-681E-D6A6-F2EBC936786F}"/>
                </a:ext>
              </a:extLst>
            </p:cNvPr>
            <p:cNvSpPr txBox="1"/>
            <p:nvPr/>
          </p:nvSpPr>
          <p:spPr>
            <a:xfrm>
              <a:off x="3172894" y="1417033"/>
              <a:ext cx="619229" cy="46095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17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EA0AD791-F9F5-61D8-393A-539C258C1C57}"/>
              </a:ext>
            </a:extLst>
          </p:cNvPr>
          <p:cNvGrpSpPr/>
          <p:nvPr/>
        </p:nvGrpSpPr>
        <p:grpSpPr>
          <a:xfrm>
            <a:off x="4604435" y="5443241"/>
            <a:ext cx="1986609" cy="851661"/>
            <a:chOff x="2432991" y="1417032"/>
            <a:chExt cx="1986609" cy="1062932"/>
          </a:xfrm>
        </p:grpSpPr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CCB33518-3992-4BF6-D57A-30A85BDDF680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529313D7-6CDB-1D0A-BE48-8E25C9DE5FED}"/>
                </a:ext>
              </a:extLst>
            </p:cNvPr>
            <p:cNvSpPr txBox="1"/>
            <p:nvPr/>
          </p:nvSpPr>
          <p:spPr>
            <a:xfrm>
              <a:off x="3172894" y="1417032"/>
              <a:ext cx="619227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18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B1398736-61E5-8DAD-57FD-D43793389679}"/>
              </a:ext>
            </a:extLst>
          </p:cNvPr>
          <p:cNvGrpSpPr/>
          <p:nvPr/>
        </p:nvGrpSpPr>
        <p:grpSpPr>
          <a:xfrm>
            <a:off x="6745399" y="5443241"/>
            <a:ext cx="1986609" cy="851661"/>
            <a:chOff x="2432991" y="1417032"/>
            <a:chExt cx="1986609" cy="1062932"/>
          </a:xfrm>
        </p:grpSpPr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E83A5427-848C-1776-BCC3-F6C3A100C5BD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E65C271B-7969-0337-A40E-FCF9E55007A3}"/>
                </a:ext>
              </a:extLst>
            </p:cNvPr>
            <p:cNvSpPr txBox="1"/>
            <p:nvPr/>
          </p:nvSpPr>
          <p:spPr>
            <a:xfrm>
              <a:off x="3172895" y="1417032"/>
              <a:ext cx="619226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19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6A812A85-C19A-359E-8C9C-BFA296039C5F}"/>
              </a:ext>
            </a:extLst>
          </p:cNvPr>
          <p:cNvGrpSpPr/>
          <p:nvPr/>
        </p:nvGrpSpPr>
        <p:grpSpPr>
          <a:xfrm>
            <a:off x="8886363" y="5443133"/>
            <a:ext cx="1986609" cy="851661"/>
            <a:chOff x="2432991" y="1417032"/>
            <a:chExt cx="1986609" cy="1062932"/>
          </a:xfrm>
        </p:grpSpPr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8E61E881-4EC1-221E-4C85-7CF61B35A5B6}"/>
                </a:ext>
              </a:extLst>
            </p:cNvPr>
            <p:cNvSpPr/>
            <p:nvPr/>
          </p:nvSpPr>
          <p:spPr>
            <a:xfrm>
              <a:off x="2432991" y="1615964"/>
              <a:ext cx="1986609" cy="864000"/>
            </a:xfrm>
            <a:prstGeom prst="rect">
              <a:avLst/>
            </a:prstGeom>
            <a:noFill/>
            <a:ln w="38100" cap="flat">
              <a:solidFill>
                <a:srgbClr val="3296C9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等线"/>
              </a:endParaRPr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F097639A-FCE5-6082-315E-4DA3A5156A73}"/>
                </a:ext>
              </a:extLst>
            </p:cNvPr>
            <p:cNvSpPr txBox="1"/>
            <p:nvPr/>
          </p:nvSpPr>
          <p:spPr>
            <a:xfrm>
              <a:off x="3172895" y="1417032"/>
              <a:ext cx="627476" cy="460949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solidFill>
                    <a:srgbClr val="3296C9"/>
                  </a:solidFill>
                </a:rPr>
                <a:t>20</a:t>
              </a:r>
              <a:r>
                <a:rPr kumimoji="0" lang="zh-CN" altLang="en-US" b="1" i="0" u="none" strike="noStrike" cap="none" spc="0" normalizeH="0" baseline="0" dirty="0">
                  <a:solidFill>
                    <a:srgbClr val="3296C9"/>
                  </a:solidFill>
                  <a:effectLst/>
                  <a:uFillTx/>
                  <a:ea typeface="+mn-ea"/>
                  <a:cs typeface="+mn-cs"/>
                  <a:sym typeface="等线"/>
                </a:rPr>
                <a:t>组</a:t>
              </a:r>
            </a:p>
          </p:txBody>
        </p:sp>
      </p:grpSp>
      <p:sp>
        <p:nvSpPr>
          <p:cNvPr id="196" name="矩形 195">
            <a:extLst>
              <a:ext uri="{FF2B5EF4-FFF2-40B4-BE49-F238E27FC236}">
                <a16:creationId xmlns:a16="http://schemas.microsoft.com/office/drawing/2014/main" id="{96AD10C8-9044-86F7-70B7-2C964DE7CA0B}"/>
              </a:ext>
            </a:extLst>
          </p:cNvPr>
          <p:cNvSpPr/>
          <p:nvPr/>
        </p:nvSpPr>
        <p:spPr>
          <a:xfrm>
            <a:off x="3703320" y="1193174"/>
            <a:ext cx="6035040" cy="254625"/>
          </a:xfrm>
          <a:prstGeom prst="rect">
            <a:avLst/>
          </a:prstGeom>
          <a:ln>
            <a:solidFill>
              <a:srgbClr val="3B46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屏幕</a:t>
            </a:r>
          </a:p>
        </p:txBody>
      </p:sp>
      <p:sp>
        <p:nvSpPr>
          <p:cNvPr id="197" name="准确率计算">
            <a:extLst>
              <a:ext uri="{FF2B5EF4-FFF2-40B4-BE49-F238E27FC236}">
                <a16:creationId xmlns:a16="http://schemas.microsoft.com/office/drawing/2014/main" id="{6A7AC315-1457-3054-8168-13C9BF6E27A2}"/>
              </a:ext>
            </a:extLst>
          </p:cNvPr>
          <p:cNvSpPr txBox="1"/>
          <p:nvPr/>
        </p:nvSpPr>
        <p:spPr>
          <a:xfrm>
            <a:off x="238049" y="449542"/>
            <a:ext cx="2605840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latin typeface="+mn-lt"/>
                <a:ea typeface="+mn-ea"/>
                <a:cs typeface="+mn-cs"/>
              </a:rPr>
              <a:t>实战开始：分组</a:t>
            </a:r>
            <a:endParaRPr sz="2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599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20F62AD-B847-98DD-20CC-7AC8B0B87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35" y="3429000"/>
            <a:ext cx="6581287" cy="314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14DAB60-58B9-EBE4-E54D-93D5B60E3D13}"/>
              </a:ext>
            </a:extLst>
          </p:cNvPr>
          <p:cNvSpPr txBox="1"/>
          <p:nvPr/>
        </p:nvSpPr>
        <p:spPr>
          <a:xfrm>
            <a:off x="385335" y="1161919"/>
            <a:ext cx="6831106" cy="2400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3B4660"/>
                </a:solidFill>
              </a:rPr>
              <a:t>数据银行：</a:t>
            </a:r>
            <a:endParaRPr lang="en-US" altLang="zh-CN" sz="2400" b="1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B4660"/>
                </a:solidFill>
              </a:rPr>
              <a:t>打开文件夹</a:t>
            </a:r>
            <a:r>
              <a:rPr lang="zh-CN" altLang="zh-CN" b="1" dirty="0">
                <a:solidFill>
                  <a:srgbClr val="3B4660"/>
                </a:solidFill>
              </a:rPr>
              <a:t> </a:t>
            </a:r>
            <a:r>
              <a:rPr lang="zh-CN" altLang="zh-CN" b="1" dirty="0">
                <a:solidFill>
                  <a:srgbClr val="3296C9"/>
                </a:solidFill>
              </a:rPr>
              <a:t>CATdatabank</a:t>
            </a:r>
            <a:r>
              <a:rPr lang="zh-CN" altLang="zh-CN" dirty="0">
                <a:solidFill>
                  <a:srgbClr val="3B4660"/>
                </a:solidFill>
              </a:rPr>
              <a:t>，获得一份数据库，涵盖</a:t>
            </a:r>
            <a:endParaRPr lang="en-US" altLang="zh-CN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3B4660"/>
                </a:solidFill>
              </a:rPr>
              <a:t>训练集：420张；</a:t>
            </a:r>
            <a:endParaRPr lang="en-US" altLang="zh-CN" b="1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3B4660"/>
                </a:solidFill>
              </a:rPr>
              <a:t>验证集：30张；</a:t>
            </a:r>
            <a:endParaRPr lang="en-US" altLang="zh-CN" b="1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3B4660"/>
                </a:solidFill>
              </a:rPr>
              <a:t>测试集：30张。</a:t>
            </a:r>
            <a:endParaRPr lang="en-US" altLang="zh-CN" b="1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B4660"/>
                </a:solidFill>
              </a:rPr>
              <a:t>数据来源：Kaggle。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u="none" strike="noStrike" cap="none" spc="0" normalizeH="0" baseline="0" dirty="0">
              <a:ln>
                <a:noFill/>
              </a:ln>
              <a:solidFill>
                <a:srgbClr val="3B4660"/>
              </a:solidFill>
              <a:effectLst/>
              <a:uFillTx/>
              <a:sym typeface="等线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4CDB52-4133-C5B7-8F79-CFBE570C7ACB}"/>
              </a:ext>
            </a:extLst>
          </p:cNvPr>
          <p:cNvSpPr txBox="1"/>
          <p:nvPr/>
        </p:nvSpPr>
        <p:spPr>
          <a:xfrm>
            <a:off x="7216441" y="1161918"/>
            <a:ext cx="6831106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rgbClr val="3B4660"/>
              </a:solidFill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3B4660"/>
                </a:solidFill>
              </a:rPr>
              <a:t>数据</a:t>
            </a:r>
            <a:r>
              <a:rPr lang="zh-CN" altLang="en-US" sz="2400" b="1" dirty="0">
                <a:solidFill>
                  <a:srgbClr val="3B4660"/>
                </a:solidFill>
              </a:rPr>
              <a:t>记录卡</a:t>
            </a:r>
            <a:r>
              <a:rPr lang="zh-CN" altLang="zh-CN" sz="2400" b="1" dirty="0">
                <a:solidFill>
                  <a:srgbClr val="3B4660"/>
                </a:solidFill>
              </a:rPr>
              <a:t>：</a:t>
            </a:r>
            <a:endParaRPr lang="en-US" altLang="zh-CN" sz="2400" b="1" dirty="0">
              <a:solidFill>
                <a:srgbClr val="3B4660"/>
              </a:solidFill>
            </a:endParaRPr>
          </a:p>
        </p:txBody>
      </p:sp>
      <p:pic>
        <p:nvPicPr>
          <p:cNvPr id="11" name="图片 10" descr="图形用户界面, 图表, 应用程序, 表格, 日历&#10;&#10;AI 生成的内容可能不正确。">
            <a:extLst>
              <a:ext uri="{FF2B5EF4-FFF2-40B4-BE49-F238E27FC236}">
                <a16:creationId xmlns:a16="http://schemas.microsoft.com/office/drawing/2014/main" id="{CC6020C3-B2D2-08D9-C3BC-9A36E9FF0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401" y="1915843"/>
            <a:ext cx="4457075" cy="4653422"/>
          </a:xfrm>
          <a:prstGeom prst="rect">
            <a:avLst/>
          </a:prstGeom>
        </p:spPr>
      </p:pic>
      <p:sp>
        <p:nvSpPr>
          <p:cNvPr id="12" name="准确率计算">
            <a:extLst>
              <a:ext uri="{FF2B5EF4-FFF2-40B4-BE49-F238E27FC236}">
                <a16:creationId xmlns:a16="http://schemas.microsoft.com/office/drawing/2014/main" id="{B54A7123-F9F4-A340-7CD3-198884F0A168}"/>
              </a:ext>
            </a:extLst>
          </p:cNvPr>
          <p:cNvSpPr txBox="1"/>
          <p:nvPr/>
        </p:nvSpPr>
        <p:spPr>
          <a:xfrm>
            <a:off x="238049" y="449542"/>
            <a:ext cx="332398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ct val="150000"/>
              </a:lnSpc>
              <a:defRPr sz="3400" b="1">
                <a:solidFill>
                  <a:srgbClr val="3B4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l">
              <a:lnSpc>
                <a:spcPct val="100000"/>
              </a:lnSpc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2800" dirty="0">
                <a:latin typeface="+mn-lt"/>
                <a:ea typeface="+mn-ea"/>
                <a:cs typeface="+mn-cs"/>
              </a:rPr>
              <a:t>实战开始：获取工具</a:t>
            </a:r>
            <a:endParaRPr sz="2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71074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 1"/>
          <p:cNvSpPr txBox="1"/>
          <p:nvPr/>
        </p:nvSpPr>
        <p:spPr>
          <a:xfrm>
            <a:off x="368663" y="446643"/>
            <a:ext cx="810476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 b="1">
                <a:solidFill>
                  <a:srgbClr val="3B4660"/>
                </a:solidFill>
              </a:defRPr>
            </a:lvl1pPr>
          </a:lstStyle>
          <a:p>
            <a:r>
              <a:rPr sz="2800" dirty="0" err="1"/>
              <a:t>颁奖</a:t>
            </a:r>
            <a:endParaRPr sz="2800" dirty="0"/>
          </a:p>
        </p:txBody>
      </p:sp>
      <p:sp>
        <p:nvSpPr>
          <p:cNvPr id="185" name="文本框 1"/>
          <p:cNvSpPr txBox="1"/>
          <p:nvPr/>
        </p:nvSpPr>
        <p:spPr>
          <a:xfrm>
            <a:off x="983474" y="5541035"/>
            <a:ext cx="10619741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 b="1">
                <a:solidFill>
                  <a:srgbClr val="3B4660"/>
                </a:solidFill>
              </a:defRPr>
            </a:lvl1pPr>
          </a:lstStyle>
          <a:p>
            <a:r>
              <a:t>请每组队长代表获奖队伍，分享一下训练数据的心得</a:t>
            </a:r>
          </a:p>
        </p:txBody>
      </p:sp>
      <p:sp>
        <p:nvSpPr>
          <p:cNvPr id="186" name="金牌训练员"/>
          <p:cNvSpPr txBox="1"/>
          <p:nvPr/>
        </p:nvSpPr>
        <p:spPr>
          <a:xfrm>
            <a:off x="2620816" y="4961240"/>
            <a:ext cx="124714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金牌训练员</a:t>
            </a:r>
          </a:p>
        </p:txBody>
      </p:sp>
      <p:sp>
        <p:nvSpPr>
          <p:cNvPr id="187" name="银牌训练员"/>
          <p:cNvSpPr txBox="1"/>
          <p:nvPr/>
        </p:nvSpPr>
        <p:spPr>
          <a:xfrm>
            <a:off x="5669774" y="4961240"/>
            <a:ext cx="124714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银牌训练员</a:t>
            </a:r>
          </a:p>
        </p:txBody>
      </p:sp>
      <p:sp>
        <p:nvSpPr>
          <p:cNvPr id="188" name="铜牌训练员"/>
          <p:cNvSpPr txBox="1"/>
          <p:nvPr/>
        </p:nvSpPr>
        <p:spPr>
          <a:xfrm>
            <a:off x="8718732" y="4961240"/>
            <a:ext cx="124714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铜牌训练员</a:t>
            </a:r>
          </a:p>
        </p:txBody>
      </p:sp>
      <p:pic>
        <p:nvPicPr>
          <p:cNvPr id="189" name="已粘贴的影片.png" descr="已粘贴的影片.png"/>
          <p:cNvPicPr>
            <a:picLocks noChangeAspect="1"/>
          </p:cNvPicPr>
          <p:nvPr/>
        </p:nvPicPr>
        <p:blipFill>
          <a:blip r:embed="rId2"/>
          <a:srcRect l="1441" t="13407" r="1885" b="3883"/>
          <a:stretch>
            <a:fillRect/>
          </a:stretch>
        </p:blipFill>
        <p:spPr>
          <a:xfrm>
            <a:off x="1680615" y="1674054"/>
            <a:ext cx="9225459" cy="3116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597" extrusionOk="0">
                <a:moveTo>
                  <a:pt x="16171" y="1"/>
                </a:moveTo>
                <a:cubicBezTo>
                  <a:pt x="16142" y="-2"/>
                  <a:pt x="16118" y="8"/>
                  <a:pt x="16083" y="31"/>
                </a:cubicBezTo>
                <a:cubicBezTo>
                  <a:pt x="15981" y="99"/>
                  <a:pt x="15830" y="268"/>
                  <a:pt x="15800" y="347"/>
                </a:cubicBezTo>
                <a:cubicBezTo>
                  <a:pt x="15729" y="537"/>
                  <a:pt x="15672" y="727"/>
                  <a:pt x="15672" y="768"/>
                </a:cubicBezTo>
                <a:cubicBezTo>
                  <a:pt x="15672" y="794"/>
                  <a:pt x="15662" y="827"/>
                  <a:pt x="15650" y="840"/>
                </a:cubicBezTo>
                <a:cubicBezTo>
                  <a:pt x="15639" y="853"/>
                  <a:pt x="15630" y="898"/>
                  <a:pt x="15630" y="942"/>
                </a:cubicBezTo>
                <a:cubicBezTo>
                  <a:pt x="15630" y="985"/>
                  <a:pt x="15620" y="1045"/>
                  <a:pt x="15609" y="1074"/>
                </a:cubicBezTo>
                <a:cubicBezTo>
                  <a:pt x="15597" y="1102"/>
                  <a:pt x="15587" y="1157"/>
                  <a:pt x="15587" y="1197"/>
                </a:cubicBezTo>
                <a:cubicBezTo>
                  <a:pt x="15587" y="1238"/>
                  <a:pt x="15578" y="1283"/>
                  <a:pt x="15567" y="1296"/>
                </a:cubicBezTo>
                <a:cubicBezTo>
                  <a:pt x="15553" y="1312"/>
                  <a:pt x="15546" y="1377"/>
                  <a:pt x="15546" y="1483"/>
                </a:cubicBezTo>
                <a:cubicBezTo>
                  <a:pt x="15546" y="1577"/>
                  <a:pt x="15536" y="1668"/>
                  <a:pt x="15524" y="1698"/>
                </a:cubicBezTo>
                <a:cubicBezTo>
                  <a:pt x="15511" y="1730"/>
                  <a:pt x="15504" y="1820"/>
                  <a:pt x="15504" y="1932"/>
                </a:cubicBezTo>
                <a:cubicBezTo>
                  <a:pt x="15504" y="2056"/>
                  <a:pt x="15497" y="2122"/>
                  <a:pt x="15482" y="2138"/>
                </a:cubicBezTo>
                <a:cubicBezTo>
                  <a:pt x="15464" y="2159"/>
                  <a:pt x="15461" y="2330"/>
                  <a:pt x="15461" y="3318"/>
                </a:cubicBezTo>
                <a:cubicBezTo>
                  <a:pt x="15461" y="4294"/>
                  <a:pt x="15465" y="4482"/>
                  <a:pt x="15482" y="4525"/>
                </a:cubicBezTo>
                <a:cubicBezTo>
                  <a:pt x="15496" y="4558"/>
                  <a:pt x="15504" y="4648"/>
                  <a:pt x="15504" y="4773"/>
                </a:cubicBezTo>
                <a:cubicBezTo>
                  <a:pt x="15504" y="4898"/>
                  <a:pt x="15511" y="4991"/>
                  <a:pt x="15524" y="5023"/>
                </a:cubicBezTo>
                <a:cubicBezTo>
                  <a:pt x="15537" y="5055"/>
                  <a:pt x="15546" y="5148"/>
                  <a:pt x="15546" y="5260"/>
                </a:cubicBezTo>
                <a:cubicBezTo>
                  <a:pt x="15546" y="5384"/>
                  <a:pt x="15553" y="5450"/>
                  <a:pt x="15567" y="5466"/>
                </a:cubicBezTo>
                <a:cubicBezTo>
                  <a:pt x="15579" y="5480"/>
                  <a:pt x="15587" y="5542"/>
                  <a:pt x="15587" y="5612"/>
                </a:cubicBezTo>
                <a:cubicBezTo>
                  <a:pt x="15587" y="5682"/>
                  <a:pt x="15597" y="5744"/>
                  <a:pt x="15609" y="5758"/>
                </a:cubicBezTo>
                <a:cubicBezTo>
                  <a:pt x="15620" y="5771"/>
                  <a:pt x="15630" y="5826"/>
                  <a:pt x="15630" y="5881"/>
                </a:cubicBezTo>
                <a:cubicBezTo>
                  <a:pt x="15630" y="5937"/>
                  <a:pt x="15639" y="5992"/>
                  <a:pt x="15650" y="6005"/>
                </a:cubicBezTo>
                <a:cubicBezTo>
                  <a:pt x="15662" y="6018"/>
                  <a:pt x="15672" y="6065"/>
                  <a:pt x="15672" y="6107"/>
                </a:cubicBezTo>
                <a:cubicBezTo>
                  <a:pt x="15672" y="6150"/>
                  <a:pt x="15684" y="6204"/>
                  <a:pt x="15700" y="6228"/>
                </a:cubicBezTo>
                <a:cubicBezTo>
                  <a:pt x="15715" y="6253"/>
                  <a:pt x="15729" y="6313"/>
                  <a:pt x="15729" y="6363"/>
                </a:cubicBezTo>
                <a:cubicBezTo>
                  <a:pt x="15729" y="6412"/>
                  <a:pt x="15748" y="6513"/>
                  <a:pt x="15771" y="6586"/>
                </a:cubicBezTo>
                <a:lnTo>
                  <a:pt x="15815" y="6718"/>
                </a:lnTo>
                <a:lnTo>
                  <a:pt x="15722" y="6773"/>
                </a:lnTo>
                <a:cubicBezTo>
                  <a:pt x="15671" y="6803"/>
                  <a:pt x="15630" y="6842"/>
                  <a:pt x="15630" y="6861"/>
                </a:cubicBezTo>
                <a:cubicBezTo>
                  <a:pt x="15630" y="6879"/>
                  <a:pt x="15620" y="6894"/>
                  <a:pt x="15609" y="6894"/>
                </a:cubicBezTo>
                <a:cubicBezTo>
                  <a:pt x="15576" y="6894"/>
                  <a:pt x="15584" y="6968"/>
                  <a:pt x="15624" y="7045"/>
                </a:cubicBezTo>
                <a:cubicBezTo>
                  <a:pt x="15646" y="7088"/>
                  <a:pt x="15710" y="7127"/>
                  <a:pt x="15791" y="7149"/>
                </a:cubicBezTo>
                <a:cubicBezTo>
                  <a:pt x="15901" y="7180"/>
                  <a:pt x="15935" y="7207"/>
                  <a:pt x="16001" y="7320"/>
                </a:cubicBezTo>
                <a:cubicBezTo>
                  <a:pt x="16044" y="7394"/>
                  <a:pt x="16079" y="7465"/>
                  <a:pt x="16079" y="7477"/>
                </a:cubicBezTo>
                <a:cubicBezTo>
                  <a:pt x="16079" y="7502"/>
                  <a:pt x="15942" y="7657"/>
                  <a:pt x="15911" y="7667"/>
                </a:cubicBezTo>
                <a:cubicBezTo>
                  <a:pt x="15881" y="7676"/>
                  <a:pt x="15782" y="7844"/>
                  <a:pt x="15753" y="7936"/>
                </a:cubicBezTo>
                <a:cubicBezTo>
                  <a:pt x="15735" y="7992"/>
                  <a:pt x="15729" y="8084"/>
                  <a:pt x="15729" y="8263"/>
                </a:cubicBezTo>
                <a:cubicBezTo>
                  <a:pt x="15729" y="8540"/>
                  <a:pt x="15741" y="8574"/>
                  <a:pt x="15840" y="8569"/>
                </a:cubicBezTo>
                <a:cubicBezTo>
                  <a:pt x="15930" y="8564"/>
                  <a:pt x="15939" y="8558"/>
                  <a:pt x="15966" y="8475"/>
                </a:cubicBezTo>
                <a:cubicBezTo>
                  <a:pt x="16027" y="8296"/>
                  <a:pt x="16181" y="8016"/>
                  <a:pt x="16220" y="8016"/>
                </a:cubicBezTo>
                <a:cubicBezTo>
                  <a:pt x="16250" y="8016"/>
                  <a:pt x="16197" y="8180"/>
                  <a:pt x="16141" y="8263"/>
                </a:cubicBezTo>
                <a:cubicBezTo>
                  <a:pt x="16108" y="8312"/>
                  <a:pt x="16051" y="8440"/>
                  <a:pt x="16014" y="8544"/>
                </a:cubicBezTo>
                <a:cubicBezTo>
                  <a:pt x="15977" y="8648"/>
                  <a:pt x="15936" y="8754"/>
                  <a:pt x="15925" y="8780"/>
                </a:cubicBezTo>
                <a:cubicBezTo>
                  <a:pt x="15896" y="8845"/>
                  <a:pt x="15855" y="9041"/>
                  <a:pt x="15855" y="9113"/>
                </a:cubicBezTo>
                <a:cubicBezTo>
                  <a:pt x="15855" y="9146"/>
                  <a:pt x="15845" y="9195"/>
                  <a:pt x="15834" y="9223"/>
                </a:cubicBezTo>
                <a:cubicBezTo>
                  <a:pt x="15822" y="9252"/>
                  <a:pt x="15812" y="9336"/>
                  <a:pt x="15812" y="9410"/>
                </a:cubicBezTo>
                <a:cubicBezTo>
                  <a:pt x="15812" y="9485"/>
                  <a:pt x="15822" y="9569"/>
                  <a:pt x="15834" y="9597"/>
                </a:cubicBezTo>
                <a:cubicBezTo>
                  <a:pt x="15845" y="9626"/>
                  <a:pt x="15855" y="9670"/>
                  <a:pt x="15855" y="9696"/>
                </a:cubicBezTo>
                <a:cubicBezTo>
                  <a:pt x="15855" y="9769"/>
                  <a:pt x="15937" y="10021"/>
                  <a:pt x="15952" y="9993"/>
                </a:cubicBezTo>
                <a:cubicBezTo>
                  <a:pt x="15959" y="9980"/>
                  <a:pt x="15968" y="9985"/>
                  <a:pt x="15972" y="10004"/>
                </a:cubicBezTo>
                <a:cubicBezTo>
                  <a:pt x="15983" y="10059"/>
                  <a:pt x="16095" y="10019"/>
                  <a:pt x="16132" y="9947"/>
                </a:cubicBezTo>
                <a:cubicBezTo>
                  <a:pt x="16167" y="9879"/>
                  <a:pt x="16276" y="9569"/>
                  <a:pt x="16276" y="9537"/>
                </a:cubicBezTo>
                <a:cubicBezTo>
                  <a:pt x="16276" y="9527"/>
                  <a:pt x="16295" y="9459"/>
                  <a:pt x="16319" y="9383"/>
                </a:cubicBezTo>
                <a:cubicBezTo>
                  <a:pt x="16348" y="9294"/>
                  <a:pt x="16365" y="9261"/>
                  <a:pt x="16370" y="9295"/>
                </a:cubicBezTo>
                <a:cubicBezTo>
                  <a:pt x="16373" y="9323"/>
                  <a:pt x="16384" y="9347"/>
                  <a:pt x="16393" y="9347"/>
                </a:cubicBezTo>
                <a:cubicBezTo>
                  <a:pt x="16402" y="9347"/>
                  <a:pt x="16431" y="9406"/>
                  <a:pt x="16457" y="9476"/>
                </a:cubicBezTo>
                <a:cubicBezTo>
                  <a:pt x="16483" y="9547"/>
                  <a:pt x="16540" y="9651"/>
                  <a:pt x="16583" y="9707"/>
                </a:cubicBezTo>
                <a:cubicBezTo>
                  <a:pt x="16704" y="9865"/>
                  <a:pt x="16714" y="9877"/>
                  <a:pt x="16787" y="9969"/>
                </a:cubicBezTo>
                <a:cubicBezTo>
                  <a:pt x="16825" y="10016"/>
                  <a:pt x="16869" y="10054"/>
                  <a:pt x="16886" y="10054"/>
                </a:cubicBezTo>
                <a:cubicBezTo>
                  <a:pt x="16924" y="10054"/>
                  <a:pt x="17073" y="10204"/>
                  <a:pt x="17099" y="10269"/>
                </a:cubicBezTo>
                <a:cubicBezTo>
                  <a:pt x="17111" y="10297"/>
                  <a:pt x="17119" y="10399"/>
                  <a:pt x="17119" y="10535"/>
                </a:cubicBezTo>
                <a:cubicBezTo>
                  <a:pt x="17119" y="10715"/>
                  <a:pt x="17113" y="10766"/>
                  <a:pt x="17091" y="10802"/>
                </a:cubicBezTo>
                <a:cubicBezTo>
                  <a:pt x="17070" y="10835"/>
                  <a:pt x="17062" y="10891"/>
                  <a:pt x="17062" y="11011"/>
                </a:cubicBezTo>
                <a:cubicBezTo>
                  <a:pt x="17062" y="11100"/>
                  <a:pt x="17056" y="11184"/>
                  <a:pt x="17048" y="11198"/>
                </a:cubicBezTo>
                <a:cubicBezTo>
                  <a:pt x="17040" y="11212"/>
                  <a:pt x="17034" y="11269"/>
                  <a:pt x="17034" y="11325"/>
                </a:cubicBezTo>
                <a:cubicBezTo>
                  <a:pt x="17034" y="11381"/>
                  <a:pt x="17022" y="11450"/>
                  <a:pt x="17006" y="11479"/>
                </a:cubicBezTo>
                <a:cubicBezTo>
                  <a:pt x="16991" y="11507"/>
                  <a:pt x="16978" y="11554"/>
                  <a:pt x="16978" y="11583"/>
                </a:cubicBezTo>
                <a:cubicBezTo>
                  <a:pt x="16978" y="11613"/>
                  <a:pt x="16968" y="11647"/>
                  <a:pt x="16957" y="11660"/>
                </a:cubicBezTo>
                <a:cubicBezTo>
                  <a:pt x="16943" y="11677"/>
                  <a:pt x="16936" y="11745"/>
                  <a:pt x="16936" y="11872"/>
                </a:cubicBezTo>
                <a:cubicBezTo>
                  <a:pt x="16936" y="11982"/>
                  <a:pt x="16928" y="12083"/>
                  <a:pt x="16915" y="12120"/>
                </a:cubicBezTo>
                <a:cubicBezTo>
                  <a:pt x="16899" y="12166"/>
                  <a:pt x="16894" y="12279"/>
                  <a:pt x="16894" y="12573"/>
                </a:cubicBezTo>
                <a:cubicBezTo>
                  <a:pt x="16894" y="12885"/>
                  <a:pt x="16889" y="12973"/>
                  <a:pt x="16872" y="12992"/>
                </a:cubicBezTo>
                <a:cubicBezTo>
                  <a:pt x="16860" y="13006"/>
                  <a:pt x="16852" y="13070"/>
                  <a:pt x="16852" y="13151"/>
                </a:cubicBezTo>
                <a:cubicBezTo>
                  <a:pt x="16852" y="13251"/>
                  <a:pt x="16839" y="13317"/>
                  <a:pt x="16803" y="13415"/>
                </a:cubicBezTo>
                <a:cubicBezTo>
                  <a:pt x="16776" y="13487"/>
                  <a:pt x="16745" y="13547"/>
                  <a:pt x="16734" y="13547"/>
                </a:cubicBezTo>
                <a:cubicBezTo>
                  <a:pt x="16693" y="13547"/>
                  <a:pt x="16567" y="13986"/>
                  <a:pt x="16551" y="14182"/>
                </a:cubicBezTo>
                <a:cubicBezTo>
                  <a:pt x="16546" y="14245"/>
                  <a:pt x="16533" y="14295"/>
                  <a:pt x="16521" y="14295"/>
                </a:cubicBezTo>
                <a:cubicBezTo>
                  <a:pt x="16504" y="14295"/>
                  <a:pt x="16501" y="14402"/>
                  <a:pt x="16501" y="14961"/>
                </a:cubicBezTo>
                <a:cubicBezTo>
                  <a:pt x="16501" y="15582"/>
                  <a:pt x="16502" y="15626"/>
                  <a:pt x="16529" y="15668"/>
                </a:cubicBezTo>
                <a:cubicBezTo>
                  <a:pt x="16548" y="15699"/>
                  <a:pt x="16556" y="15756"/>
                  <a:pt x="16556" y="15855"/>
                </a:cubicBezTo>
                <a:cubicBezTo>
                  <a:pt x="16556" y="15933"/>
                  <a:pt x="16563" y="16008"/>
                  <a:pt x="16570" y="16023"/>
                </a:cubicBezTo>
                <a:cubicBezTo>
                  <a:pt x="16578" y="16037"/>
                  <a:pt x="16584" y="16083"/>
                  <a:pt x="16584" y="16127"/>
                </a:cubicBezTo>
                <a:cubicBezTo>
                  <a:pt x="16584" y="16201"/>
                  <a:pt x="16596" y="16249"/>
                  <a:pt x="16666" y="16471"/>
                </a:cubicBezTo>
                <a:cubicBezTo>
                  <a:pt x="16687" y="16536"/>
                  <a:pt x="16687" y="16550"/>
                  <a:pt x="16669" y="16584"/>
                </a:cubicBezTo>
                <a:cubicBezTo>
                  <a:pt x="16657" y="16605"/>
                  <a:pt x="16640" y="16625"/>
                  <a:pt x="16629" y="16625"/>
                </a:cubicBezTo>
                <a:cubicBezTo>
                  <a:pt x="16566" y="16627"/>
                  <a:pt x="16487" y="16746"/>
                  <a:pt x="16424" y="16936"/>
                </a:cubicBezTo>
                <a:lnTo>
                  <a:pt x="16354" y="17145"/>
                </a:lnTo>
                <a:lnTo>
                  <a:pt x="16009" y="17172"/>
                </a:lnTo>
                <a:cubicBezTo>
                  <a:pt x="15518" y="17213"/>
                  <a:pt x="15282" y="17244"/>
                  <a:pt x="15089" y="17293"/>
                </a:cubicBezTo>
                <a:cubicBezTo>
                  <a:pt x="14922" y="17336"/>
                  <a:pt x="14774" y="17432"/>
                  <a:pt x="14758" y="17508"/>
                </a:cubicBezTo>
                <a:cubicBezTo>
                  <a:pt x="14753" y="17530"/>
                  <a:pt x="14743" y="17548"/>
                  <a:pt x="14736" y="17549"/>
                </a:cubicBezTo>
                <a:cubicBezTo>
                  <a:pt x="14708" y="17555"/>
                  <a:pt x="14675" y="17647"/>
                  <a:pt x="14675" y="17717"/>
                </a:cubicBezTo>
                <a:cubicBezTo>
                  <a:pt x="14675" y="17758"/>
                  <a:pt x="14665" y="17803"/>
                  <a:pt x="14654" y="17816"/>
                </a:cubicBezTo>
                <a:cubicBezTo>
                  <a:pt x="14642" y="17829"/>
                  <a:pt x="14633" y="17871"/>
                  <a:pt x="14633" y="17909"/>
                </a:cubicBezTo>
                <a:cubicBezTo>
                  <a:pt x="14633" y="17948"/>
                  <a:pt x="14621" y="18010"/>
                  <a:pt x="14605" y="18050"/>
                </a:cubicBezTo>
                <a:cubicBezTo>
                  <a:pt x="14590" y="18089"/>
                  <a:pt x="14576" y="18159"/>
                  <a:pt x="14576" y="18206"/>
                </a:cubicBezTo>
                <a:cubicBezTo>
                  <a:pt x="14576" y="18258"/>
                  <a:pt x="14543" y="18394"/>
                  <a:pt x="14493" y="18539"/>
                </a:cubicBezTo>
                <a:cubicBezTo>
                  <a:pt x="14446" y="18674"/>
                  <a:pt x="14408" y="18801"/>
                  <a:pt x="14408" y="18820"/>
                </a:cubicBezTo>
                <a:cubicBezTo>
                  <a:pt x="14408" y="18839"/>
                  <a:pt x="14392" y="18880"/>
                  <a:pt x="14373" y="18911"/>
                </a:cubicBezTo>
                <a:cubicBezTo>
                  <a:pt x="14341" y="18961"/>
                  <a:pt x="14335" y="18956"/>
                  <a:pt x="14303" y="18853"/>
                </a:cubicBezTo>
                <a:cubicBezTo>
                  <a:pt x="14284" y="18791"/>
                  <a:pt x="14268" y="18733"/>
                  <a:pt x="14268" y="18724"/>
                </a:cubicBezTo>
                <a:cubicBezTo>
                  <a:pt x="14268" y="18714"/>
                  <a:pt x="14248" y="18648"/>
                  <a:pt x="14225" y="18578"/>
                </a:cubicBezTo>
                <a:cubicBezTo>
                  <a:pt x="14202" y="18508"/>
                  <a:pt x="14183" y="18422"/>
                  <a:pt x="14183" y="18388"/>
                </a:cubicBezTo>
                <a:cubicBezTo>
                  <a:pt x="14183" y="18354"/>
                  <a:pt x="14174" y="18316"/>
                  <a:pt x="14162" y="18303"/>
                </a:cubicBezTo>
                <a:cubicBezTo>
                  <a:pt x="14150" y="18290"/>
                  <a:pt x="14142" y="18234"/>
                  <a:pt x="14142" y="18179"/>
                </a:cubicBezTo>
                <a:cubicBezTo>
                  <a:pt x="14142" y="18123"/>
                  <a:pt x="14132" y="18065"/>
                  <a:pt x="14121" y="18052"/>
                </a:cubicBezTo>
                <a:cubicBezTo>
                  <a:pt x="14110" y="18040"/>
                  <a:pt x="14097" y="17990"/>
                  <a:pt x="14091" y="17942"/>
                </a:cubicBezTo>
                <a:cubicBezTo>
                  <a:pt x="14086" y="17894"/>
                  <a:pt x="14063" y="17798"/>
                  <a:pt x="14041" y="17728"/>
                </a:cubicBezTo>
                <a:cubicBezTo>
                  <a:pt x="14019" y="17658"/>
                  <a:pt x="14001" y="17588"/>
                  <a:pt x="14001" y="17571"/>
                </a:cubicBezTo>
                <a:cubicBezTo>
                  <a:pt x="14001" y="17554"/>
                  <a:pt x="13992" y="17538"/>
                  <a:pt x="13981" y="17538"/>
                </a:cubicBezTo>
                <a:cubicBezTo>
                  <a:pt x="13970" y="17538"/>
                  <a:pt x="13959" y="17514"/>
                  <a:pt x="13956" y="17486"/>
                </a:cubicBezTo>
                <a:cubicBezTo>
                  <a:pt x="13951" y="17446"/>
                  <a:pt x="13880" y="17435"/>
                  <a:pt x="13663" y="17436"/>
                </a:cubicBezTo>
                <a:cubicBezTo>
                  <a:pt x="13297" y="17439"/>
                  <a:pt x="12492" y="17491"/>
                  <a:pt x="12428" y="17516"/>
                </a:cubicBezTo>
                <a:cubicBezTo>
                  <a:pt x="12401" y="17527"/>
                  <a:pt x="12294" y="17546"/>
                  <a:pt x="12189" y="17557"/>
                </a:cubicBezTo>
                <a:cubicBezTo>
                  <a:pt x="12009" y="17577"/>
                  <a:pt x="12002" y="17573"/>
                  <a:pt x="12045" y="17511"/>
                </a:cubicBezTo>
                <a:cubicBezTo>
                  <a:pt x="12070" y="17474"/>
                  <a:pt x="12091" y="17427"/>
                  <a:pt x="12091" y="17406"/>
                </a:cubicBezTo>
                <a:cubicBezTo>
                  <a:pt x="12091" y="17385"/>
                  <a:pt x="12097" y="17380"/>
                  <a:pt x="12106" y="17395"/>
                </a:cubicBezTo>
                <a:cubicBezTo>
                  <a:pt x="12114" y="17410"/>
                  <a:pt x="12135" y="17384"/>
                  <a:pt x="12152" y="17337"/>
                </a:cubicBezTo>
                <a:cubicBezTo>
                  <a:pt x="12169" y="17291"/>
                  <a:pt x="12220" y="17212"/>
                  <a:pt x="12267" y="17161"/>
                </a:cubicBezTo>
                <a:cubicBezTo>
                  <a:pt x="12380" y="17037"/>
                  <a:pt x="12543" y="16764"/>
                  <a:pt x="12601" y="16603"/>
                </a:cubicBezTo>
                <a:cubicBezTo>
                  <a:pt x="12627" y="16531"/>
                  <a:pt x="12667" y="16439"/>
                  <a:pt x="12689" y="16399"/>
                </a:cubicBezTo>
                <a:cubicBezTo>
                  <a:pt x="12712" y="16360"/>
                  <a:pt x="12741" y="16271"/>
                  <a:pt x="12754" y="16204"/>
                </a:cubicBezTo>
                <a:cubicBezTo>
                  <a:pt x="12767" y="16137"/>
                  <a:pt x="12788" y="16083"/>
                  <a:pt x="12799" y="16083"/>
                </a:cubicBezTo>
                <a:cubicBezTo>
                  <a:pt x="12810" y="16083"/>
                  <a:pt x="12823" y="16047"/>
                  <a:pt x="12828" y="16003"/>
                </a:cubicBezTo>
                <a:cubicBezTo>
                  <a:pt x="12832" y="15960"/>
                  <a:pt x="12845" y="15914"/>
                  <a:pt x="12857" y="15902"/>
                </a:cubicBezTo>
                <a:cubicBezTo>
                  <a:pt x="12868" y="15889"/>
                  <a:pt x="12878" y="15846"/>
                  <a:pt x="12878" y="15808"/>
                </a:cubicBezTo>
                <a:cubicBezTo>
                  <a:pt x="12878" y="15770"/>
                  <a:pt x="12897" y="15687"/>
                  <a:pt x="12920" y="15621"/>
                </a:cubicBezTo>
                <a:cubicBezTo>
                  <a:pt x="12943" y="15555"/>
                  <a:pt x="12962" y="15474"/>
                  <a:pt x="12962" y="15442"/>
                </a:cubicBezTo>
                <a:cubicBezTo>
                  <a:pt x="12962" y="15411"/>
                  <a:pt x="12971" y="15376"/>
                  <a:pt x="12983" y="15362"/>
                </a:cubicBezTo>
                <a:cubicBezTo>
                  <a:pt x="12994" y="15349"/>
                  <a:pt x="13004" y="15302"/>
                  <a:pt x="13004" y="15258"/>
                </a:cubicBezTo>
                <a:cubicBezTo>
                  <a:pt x="13004" y="15214"/>
                  <a:pt x="13013" y="15157"/>
                  <a:pt x="13025" y="15129"/>
                </a:cubicBezTo>
                <a:cubicBezTo>
                  <a:pt x="13036" y="15100"/>
                  <a:pt x="13046" y="15040"/>
                  <a:pt x="13046" y="14997"/>
                </a:cubicBezTo>
                <a:cubicBezTo>
                  <a:pt x="13046" y="14953"/>
                  <a:pt x="13056" y="14905"/>
                  <a:pt x="13067" y="14892"/>
                </a:cubicBezTo>
                <a:cubicBezTo>
                  <a:pt x="13079" y="14879"/>
                  <a:pt x="13088" y="14827"/>
                  <a:pt x="13088" y="14777"/>
                </a:cubicBezTo>
                <a:cubicBezTo>
                  <a:pt x="13088" y="14726"/>
                  <a:pt x="13097" y="14650"/>
                  <a:pt x="13108" y="14606"/>
                </a:cubicBezTo>
                <a:cubicBezTo>
                  <a:pt x="13121" y="14558"/>
                  <a:pt x="13129" y="14429"/>
                  <a:pt x="13130" y="14290"/>
                </a:cubicBezTo>
                <a:cubicBezTo>
                  <a:pt x="13130" y="14134"/>
                  <a:pt x="13137" y="14038"/>
                  <a:pt x="13151" y="14004"/>
                </a:cubicBezTo>
                <a:cubicBezTo>
                  <a:pt x="13169" y="13960"/>
                  <a:pt x="13172" y="13767"/>
                  <a:pt x="13172" y="12733"/>
                </a:cubicBezTo>
                <a:cubicBezTo>
                  <a:pt x="13172" y="11555"/>
                  <a:pt x="13173" y="11511"/>
                  <a:pt x="13200" y="11468"/>
                </a:cubicBezTo>
                <a:cubicBezTo>
                  <a:pt x="13224" y="11430"/>
                  <a:pt x="13228" y="11382"/>
                  <a:pt x="13228" y="11124"/>
                </a:cubicBezTo>
                <a:cubicBezTo>
                  <a:pt x="13228" y="10869"/>
                  <a:pt x="13224" y="10816"/>
                  <a:pt x="13200" y="10772"/>
                </a:cubicBezTo>
                <a:cubicBezTo>
                  <a:pt x="13181" y="10735"/>
                  <a:pt x="13173" y="10673"/>
                  <a:pt x="13172" y="10563"/>
                </a:cubicBezTo>
                <a:cubicBezTo>
                  <a:pt x="13172" y="10388"/>
                  <a:pt x="13111" y="10130"/>
                  <a:pt x="13066" y="10112"/>
                </a:cubicBezTo>
                <a:cubicBezTo>
                  <a:pt x="13051" y="10106"/>
                  <a:pt x="13012" y="10089"/>
                  <a:pt x="12978" y="10073"/>
                </a:cubicBezTo>
                <a:cubicBezTo>
                  <a:pt x="12942" y="10056"/>
                  <a:pt x="12877" y="10065"/>
                  <a:pt x="12818" y="10098"/>
                </a:cubicBezTo>
                <a:cubicBezTo>
                  <a:pt x="12728" y="10149"/>
                  <a:pt x="12714" y="10172"/>
                  <a:pt x="12651" y="10365"/>
                </a:cubicBezTo>
                <a:cubicBezTo>
                  <a:pt x="12607" y="10502"/>
                  <a:pt x="12582" y="10610"/>
                  <a:pt x="12582" y="10678"/>
                </a:cubicBezTo>
                <a:cubicBezTo>
                  <a:pt x="12582" y="10738"/>
                  <a:pt x="12571" y="10806"/>
                  <a:pt x="12555" y="10835"/>
                </a:cubicBezTo>
                <a:cubicBezTo>
                  <a:pt x="12537" y="10868"/>
                  <a:pt x="12527" y="10932"/>
                  <a:pt x="12527" y="11011"/>
                </a:cubicBezTo>
                <a:cubicBezTo>
                  <a:pt x="12527" y="11080"/>
                  <a:pt x="12520" y="11135"/>
                  <a:pt x="12513" y="11135"/>
                </a:cubicBezTo>
                <a:cubicBezTo>
                  <a:pt x="12505" y="11135"/>
                  <a:pt x="12499" y="11277"/>
                  <a:pt x="12499" y="11479"/>
                </a:cubicBezTo>
                <a:cubicBezTo>
                  <a:pt x="12499" y="11777"/>
                  <a:pt x="12494" y="11830"/>
                  <a:pt x="12470" y="11875"/>
                </a:cubicBezTo>
                <a:cubicBezTo>
                  <a:pt x="12445" y="11921"/>
                  <a:pt x="12442" y="11971"/>
                  <a:pt x="12442" y="12337"/>
                </a:cubicBezTo>
                <a:cubicBezTo>
                  <a:pt x="12442" y="12664"/>
                  <a:pt x="12438" y="12752"/>
                  <a:pt x="12421" y="12771"/>
                </a:cubicBezTo>
                <a:cubicBezTo>
                  <a:pt x="12404" y="12790"/>
                  <a:pt x="12400" y="12872"/>
                  <a:pt x="12400" y="13126"/>
                </a:cubicBezTo>
                <a:cubicBezTo>
                  <a:pt x="12400" y="13381"/>
                  <a:pt x="12395" y="13460"/>
                  <a:pt x="12379" y="13478"/>
                </a:cubicBezTo>
                <a:cubicBezTo>
                  <a:pt x="12362" y="13497"/>
                  <a:pt x="12358" y="13583"/>
                  <a:pt x="12358" y="13880"/>
                </a:cubicBezTo>
                <a:cubicBezTo>
                  <a:pt x="12358" y="14177"/>
                  <a:pt x="12354" y="14263"/>
                  <a:pt x="12337" y="14281"/>
                </a:cubicBezTo>
                <a:cubicBezTo>
                  <a:pt x="12326" y="14295"/>
                  <a:pt x="12316" y="14327"/>
                  <a:pt x="12316" y="14353"/>
                </a:cubicBezTo>
                <a:cubicBezTo>
                  <a:pt x="12316" y="14422"/>
                  <a:pt x="12164" y="14931"/>
                  <a:pt x="12124" y="14994"/>
                </a:cubicBezTo>
                <a:cubicBezTo>
                  <a:pt x="12092" y="15046"/>
                  <a:pt x="12091" y="15044"/>
                  <a:pt x="12091" y="14862"/>
                </a:cubicBezTo>
                <a:cubicBezTo>
                  <a:pt x="12091" y="14752"/>
                  <a:pt x="12083" y="14651"/>
                  <a:pt x="12070" y="14614"/>
                </a:cubicBezTo>
                <a:cubicBezTo>
                  <a:pt x="12059" y="14580"/>
                  <a:pt x="12049" y="14495"/>
                  <a:pt x="12049" y="14427"/>
                </a:cubicBezTo>
                <a:cubicBezTo>
                  <a:pt x="12049" y="14356"/>
                  <a:pt x="12040" y="14295"/>
                  <a:pt x="12028" y="14281"/>
                </a:cubicBezTo>
                <a:cubicBezTo>
                  <a:pt x="12016" y="14268"/>
                  <a:pt x="12007" y="14220"/>
                  <a:pt x="12007" y="14177"/>
                </a:cubicBezTo>
                <a:cubicBezTo>
                  <a:pt x="12007" y="14100"/>
                  <a:pt x="11971" y="13969"/>
                  <a:pt x="11846" y="13583"/>
                </a:cubicBezTo>
                <a:cubicBezTo>
                  <a:pt x="11811" y="13477"/>
                  <a:pt x="11782" y="13372"/>
                  <a:pt x="11782" y="13349"/>
                </a:cubicBezTo>
                <a:cubicBezTo>
                  <a:pt x="11782" y="13326"/>
                  <a:pt x="11773" y="13296"/>
                  <a:pt x="11761" y="13283"/>
                </a:cubicBezTo>
                <a:cubicBezTo>
                  <a:pt x="11749" y="13270"/>
                  <a:pt x="11740" y="13219"/>
                  <a:pt x="11740" y="13170"/>
                </a:cubicBezTo>
                <a:cubicBezTo>
                  <a:pt x="11740" y="13122"/>
                  <a:pt x="11727" y="13036"/>
                  <a:pt x="11712" y="12978"/>
                </a:cubicBezTo>
                <a:cubicBezTo>
                  <a:pt x="11690" y="12897"/>
                  <a:pt x="11684" y="12808"/>
                  <a:pt x="11684" y="12606"/>
                </a:cubicBezTo>
                <a:cubicBezTo>
                  <a:pt x="11684" y="12458"/>
                  <a:pt x="11678" y="12342"/>
                  <a:pt x="11670" y="12342"/>
                </a:cubicBezTo>
                <a:cubicBezTo>
                  <a:pt x="11662" y="12342"/>
                  <a:pt x="11656" y="12260"/>
                  <a:pt x="11656" y="12161"/>
                </a:cubicBezTo>
                <a:cubicBezTo>
                  <a:pt x="11656" y="12033"/>
                  <a:pt x="11648" y="11958"/>
                  <a:pt x="11628" y="11905"/>
                </a:cubicBezTo>
                <a:cubicBezTo>
                  <a:pt x="11613" y="11864"/>
                  <a:pt x="11599" y="11796"/>
                  <a:pt x="11599" y="11754"/>
                </a:cubicBezTo>
                <a:cubicBezTo>
                  <a:pt x="11599" y="11712"/>
                  <a:pt x="11593" y="11677"/>
                  <a:pt x="11585" y="11677"/>
                </a:cubicBezTo>
                <a:cubicBezTo>
                  <a:pt x="11578" y="11677"/>
                  <a:pt x="11572" y="11624"/>
                  <a:pt x="11572" y="11558"/>
                </a:cubicBezTo>
                <a:cubicBezTo>
                  <a:pt x="11572" y="11493"/>
                  <a:pt x="11559" y="11405"/>
                  <a:pt x="11544" y="11363"/>
                </a:cubicBezTo>
                <a:cubicBezTo>
                  <a:pt x="11528" y="11322"/>
                  <a:pt x="11516" y="11257"/>
                  <a:pt x="11516" y="11217"/>
                </a:cubicBezTo>
                <a:cubicBezTo>
                  <a:pt x="11516" y="11178"/>
                  <a:pt x="11506" y="11134"/>
                  <a:pt x="11494" y="11121"/>
                </a:cubicBezTo>
                <a:cubicBezTo>
                  <a:pt x="11483" y="11108"/>
                  <a:pt x="11473" y="11052"/>
                  <a:pt x="11473" y="10997"/>
                </a:cubicBezTo>
                <a:cubicBezTo>
                  <a:pt x="11473" y="10942"/>
                  <a:pt x="11464" y="10872"/>
                  <a:pt x="11453" y="10843"/>
                </a:cubicBezTo>
                <a:cubicBezTo>
                  <a:pt x="11427" y="10780"/>
                  <a:pt x="11425" y="10675"/>
                  <a:pt x="11450" y="10577"/>
                </a:cubicBezTo>
                <a:cubicBezTo>
                  <a:pt x="11464" y="10520"/>
                  <a:pt x="11499" y="10495"/>
                  <a:pt x="11594" y="10467"/>
                </a:cubicBezTo>
                <a:cubicBezTo>
                  <a:pt x="11786" y="10410"/>
                  <a:pt x="11972" y="10270"/>
                  <a:pt x="12042" y="10134"/>
                </a:cubicBezTo>
                <a:cubicBezTo>
                  <a:pt x="12049" y="10119"/>
                  <a:pt x="12080" y="10084"/>
                  <a:pt x="12109" y="10057"/>
                </a:cubicBezTo>
                <a:cubicBezTo>
                  <a:pt x="12138" y="10029"/>
                  <a:pt x="12162" y="9990"/>
                  <a:pt x="12162" y="9969"/>
                </a:cubicBezTo>
                <a:cubicBezTo>
                  <a:pt x="12162" y="9948"/>
                  <a:pt x="12168" y="9930"/>
                  <a:pt x="12176" y="9930"/>
                </a:cubicBezTo>
                <a:cubicBezTo>
                  <a:pt x="12201" y="9930"/>
                  <a:pt x="12302" y="9706"/>
                  <a:pt x="12302" y="9650"/>
                </a:cubicBezTo>
                <a:cubicBezTo>
                  <a:pt x="12302" y="9621"/>
                  <a:pt x="12308" y="9597"/>
                  <a:pt x="12316" y="9597"/>
                </a:cubicBezTo>
                <a:cubicBezTo>
                  <a:pt x="12324" y="9597"/>
                  <a:pt x="12336" y="9550"/>
                  <a:pt x="12344" y="9493"/>
                </a:cubicBezTo>
                <a:cubicBezTo>
                  <a:pt x="12356" y="9395"/>
                  <a:pt x="12364" y="9388"/>
                  <a:pt x="12457" y="9388"/>
                </a:cubicBezTo>
                <a:cubicBezTo>
                  <a:pt x="12598" y="9388"/>
                  <a:pt x="12610" y="9361"/>
                  <a:pt x="12610" y="9050"/>
                </a:cubicBezTo>
                <a:cubicBezTo>
                  <a:pt x="12610" y="8858"/>
                  <a:pt x="12605" y="8782"/>
                  <a:pt x="12586" y="8739"/>
                </a:cubicBezTo>
                <a:cubicBezTo>
                  <a:pt x="12565" y="8691"/>
                  <a:pt x="12574" y="8687"/>
                  <a:pt x="12654" y="8709"/>
                </a:cubicBezTo>
                <a:cubicBezTo>
                  <a:pt x="12715" y="8726"/>
                  <a:pt x="12757" y="8718"/>
                  <a:pt x="12778" y="8684"/>
                </a:cubicBezTo>
                <a:lnTo>
                  <a:pt x="12810" y="8635"/>
                </a:lnTo>
                <a:lnTo>
                  <a:pt x="12773" y="8516"/>
                </a:lnTo>
                <a:cubicBezTo>
                  <a:pt x="12752" y="8453"/>
                  <a:pt x="12698" y="8358"/>
                  <a:pt x="12652" y="8305"/>
                </a:cubicBezTo>
                <a:cubicBezTo>
                  <a:pt x="12570" y="8208"/>
                  <a:pt x="12569" y="8204"/>
                  <a:pt x="12604" y="8151"/>
                </a:cubicBezTo>
                <a:cubicBezTo>
                  <a:pt x="12652" y="8075"/>
                  <a:pt x="12648" y="7978"/>
                  <a:pt x="12595" y="7947"/>
                </a:cubicBezTo>
                <a:cubicBezTo>
                  <a:pt x="12557" y="7924"/>
                  <a:pt x="12555" y="7917"/>
                  <a:pt x="12578" y="7878"/>
                </a:cubicBezTo>
                <a:cubicBezTo>
                  <a:pt x="12592" y="7855"/>
                  <a:pt x="12620" y="7792"/>
                  <a:pt x="12639" y="7738"/>
                </a:cubicBezTo>
                <a:cubicBezTo>
                  <a:pt x="12658" y="7684"/>
                  <a:pt x="12688" y="7630"/>
                  <a:pt x="12705" y="7617"/>
                </a:cubicBezTo>
                <a:cubicBezTo>
                  <a:pt x="12722" y="7604"/>
                  <a:pt x="12750" y="7524"/>
                  <a:pt x="12767" y="7441"/>
                </a:cubicBezTo>
                <a:cubicBezTo>
                  <a:pt x="12784" y="7358"/>
                  <a:pt x="12807" y="7275"/>
                  <a:pt x="12818" y="7257"/>
                </a:cubicBezTo>
                <a:cubicBezTo>
                  <a:pt x="12828" y="7238"/>
                  <a:pt x="12835" y="7197"/>
                  <a:pt x="12835" y="7166"/>
                </a:cubicBezTo>
                <a:cubicBezTo>
                  <a:pt x="12835" y="7135"/>
                  <a:pt x="12845" y="7099"/>
                  <a:pt x="12857" y="7086"/>
                </a:cubicBezTo>
                <a:cubicBezTo>
                  <a:pt x="12868" y="7073"/>
                  <a:pt x="12878" y="7025"/>
                  <a:pt x="12878" y="6979"/>
                </a:cubicBezTo>
                <a:cubicBezTo>
                  <a:pt x="12878" y="6932"/>
                  <a:pt x="12883" y="6894"/>
                  <a:pt x="12891" y="6894"/>
                </a:cubicBezTo>
                <a:cubicBezTo>
                  <a:pt x="12898" y="6894"/>
                  <a:pt x="12909" y="6849"/>
                  <a:pt x="12914" y="6792"/>
                </a:cubicBezTo>
                <a:cubicBezTo>
                  <a:pt x="12919" y="6735"/>
                  <a:pt x="12928" y="6687"/>
                  <a:pt x="12936" y="6687"/>
                </a:cubicBezTo>
                <a:cubicBezTo>
                  <a:pt x="12943" y="6687"/>
                  <a:pt x="12954" y="6640"/>
                  <a:pt x="12962" y="6583"/>
                </a:cubicBezTo>
                <a:cubicBezTo>
                  <a:pt x="12969" y="6526"/>
                  <a:pt x="12981" y="6478"/>
                  <a:pt x="12989" y="6478"/>
                </a:cubicBezTo>
                <a:cubicBezTo>
                  <a:pt x="12997" y="6478"/>
                  <a:pt x="13004" y="6423"/>
                  <a:pt x="13004" y="6355"/>
                </a:cubicBezTo>
                <a:cubicBezTo>
                  <a:pt x="13004" y="6271"/>
                  <a:pt x="13011" y="6228"/>
                  <a:pt x="13025" y="6228"/>
                </a:cubicBezTo>
                <a:cubicBezTo>
                  <a:pt x="13039" y="6228"/>
                  <a:pt x="13046" y="6189"/>
                  <a:pt x="13046" y="6110"/>
                </a:cubicBezTo>
                <a:cubicBezTo>
                  <a:pt x="13046" y="6041"/>
                  <a:pt x="13055" y="5978"/>
                  <a:pt x="13067" y="5964"/>
                </a:cubicBezTo>
                <a:cubicBezTo>
                  <a:pt x="13079" y="5951"/>
                  <a:pt x="13088" y="5896"/>
                  <a:pt x="13088" y="5843"/>
                </a:cubicBezTo>
                <a:cubicBezTo>
                  <a:pt x="13088" y="5789"/>
                  <a:pt x="13097" y="5709"/>
                  <a:pt x="13108" y="5664"/>
                </a:cubicBezTo>
                <a:cubicBezTo>
                  <a:pt x="13120" y="5620"/>
                  <a:pt x="13129" y="5514"/>
                  <a:pt x="13130" y="5428"/>
                </a:cubicBezTo>
                <a:cubicBezTo>
                  <a:pt x="13130" y="5327"/>
                  <a:pt x="13138" y="5261"/>
                  <a:pt x="13151" y="5246"/>
                </a:cubicBezTo>
                <a:cubicBezTo>
                  <a:pt x="13164" y="5232"/>
                  <a:pt x="13172" y="5168"/>
                  <a:pt x="13172" y="5084"/>
                </a:cubicBezTo>
                <a:cubicBezTo>
                  <a:pt x="13172" y="4905"/>
                  <a:pt x="13184" y="4814"/>
                  <a:pt x="13209" y="4814"/>
                </a:cubicBezTo>
                <a:cubicBezTo>
                  <a:pt x="13224" y="4814"/>
                  <a:pt x="13228" y="4747"/>
                  <a:pt x="13228" y="4528"/>
                </a:cubicBezTo>
                <a:cubicBezTo>
                  <a:pt x="13228" y="4369"/>
                  <a:pt x="13235" y="4226"/>
                  <a:pt x="13243" y="4212"/>
                </a:cubicBezTo>
                <a:cubicBezTo>
                  <a:pt x="13252" y="4196"/>
                  <a:pt x="13257" y="3817"/>
                  <a:pt x="13257" y="3213"/>
                </a:cubicBezTo>
                <a:cubicBezTo>
                  <a:pt x="13257" y="2610"/>
                  <a:pt x="13252" y="2234"/>
                  <a:pt x="13243" y="2218"/>
                </a:cubicBezTo>
                <a:cubicBezTo>
                  <a:pt x="13235" y="2204"/>
                  <a:pt x="13228" y="2101"/>
                  <a:pt x="13228" y="1992"/>
                </a:cubicBezTo>
                <a:cubicBezTo>
                  <a:pt x="13228" y="1805"/>
                  <a:pt x="13224" y="1785"/>
                  <a:pt x="13145" y="1560"/>
                </a:cubicBezTo>
                <a:cubicBezTo>
                  <a:pt x="13098" y="1430"/>
                  <a:pt x="13054" y="1324"/>
                  <a:pt x="13046" y="1324"/>
                </a:cubicBezTo>
                <a:cubicBezTo>
                  <a:pt x="13038" y="1324"/>
                  <a:pt x="13014" y="1287"/>
                  <a:pt x="12993" y="1241"/>
                </a:cubicBezTo>
                <a:cubicBezTo>
                  <a:pt x="12972" y="1196"/>
                  <a:pt x="12913" y="1128"/>
                  <a:pt x="12863" y="1090"/>
                </a:cubicBezTo>
                <a:cubicBezTo>
                  <a:pt x="12743" y="1000"/>
                  <a:pt x="12489" y="1031"/>
                  <a:pt x="12358" y="1151"/>
                </a:cubicBezTo>
                <a:cubicBezTo>
                  <a:pt x="12207" y="1287"/>
                  <a:pt x="11900" y="1640"/>
                  <a:pt x="11881" y="1698"/>
                </a:cubicBezTo>
                <a:cubicBezTo>
                  <a:pt x="11875" y="1716"/>
                  <a:pt x="11812" y="1816"/>
                  <a:pt x="11679" y="2020"/>
                </a:cubicBezTo>
                <a:cubicBezTo>
                  <a:pt x="11643" y="2075"/>
                  <a:pt x="11633" y="2072"/>
                  <a:pt x="11567" y="1995"/>
                </a:cubicBezTo>
                <a:cubicBezTo>
                  <a:pt x="11475" y="1888"/>
                  <a:pt x="11353" y="1743"/>
                  <a:pt x="11296" y="1670"/>
                </a:cubicBezTo>
                <a:cubicBezTo>
                  <a:pt x="11271" y="1640"/>
                  <a:pt x="11235" y="1613"/>
                  <a:pt x="11216" y="1613"/>
                </a:cubicBezTo>
                <a:cubicBezTo>
                  <a:pt x="11196" y="1613"/>
                  <a:pt x="11164" y="1596"/>
                  <a:pt x="11144" y="1574"/>
                </a:cubicBezTo>
                <a:cubicBezTo>
                  <a:pt x="11055" y="1474"/>
                  <a:pt x="10852" y="1411"/>
                  <a:pt x="10745" y="1450"/>
                </a:cubicBezTo>
                <a:cubicBezTo>
                  <a:pt x="10686" y="1472"/>
                  <a:pt x="10581" y="1506"/>
                  <a:pt x="10511" y="1527"/>
                </a:cubicBezTo>
                <a:cubicBezTo>
                  <a:pt x="10442" y="1549"/>
                  <a:pt x="10339" y="1589"/>
                  <a:pt x="10282" y="1615"/>
                </a:cubicBezTo>
                <a:cubicBezTo>
                  <a:pt x="10151" y="1676"/>
                  <a:pt x="10096" y="1646"/>
                  <a:pt x="10037" y="1478"/>
                </a:cubicBezTo>
                <a:cubicBezTo>
                  <a:pt x="10012" y="1404"/>
                  <a:pt x="9964" y="1292"/>
                  <a:pt x="9931" y="1228"/>
                </a:cubicBezTo>
                <a:cubicBezTo>
                  <a:pt x="9898" y="1164"/>
                  <a:pt x="9867" y="1085"/>
                  <a:pt x="9863" y="1052"/>
                </a:cubicBezTo>
                <a:cubicBezTo>
                  <a:pt x="9859" y="1018"/>
                  <a:pt x="9847" y="991"/>
                  <a:pt x="9836" y="991"/>
                </a:cubicBezTo>
                <a:cubicBezTo>
                  <a:pt x="9825" y="991"/>
                  <a:pt x="9816" y="975"/>
                  <a:pt x="9816" y="955"/>
                </a:cubicBezTo>
                <a:cubicBezTo>
                  <a:pt x="9816" y="936"/>
                  <a:pt x="9801" y="898"/>
                  <a:pt x="9782" y="873"/>
                </a:cubicBezTo>
                <a:cubicBezTo>
                  <a:pt x="9763" y="847"/>
                  <a:pt x="9720" y="777"/>
                  <a:pt x="9687" y="713"/>
                </a:cubicBezTo>
                <a:cubicBezTo>
                  <a:pt x="9654" y="650"/>
                  <a:pt x="9582" y="546"/>
                  <a:pt x="9528" y="482"/>
                </a:cubicBezTo>
                <a:cubicBezTo>
                  <a:pt x="9474" y="418"/>
                  <a:pt x="9417" y="347"/>
                  <a:pt x="9402" y="325"/>
                </a:cubicBezTo>
                <a:cubicBezTo>
                  <a:pt x="9387" y="304"/>
                  <a:pt x="9323" y="245"/>
                  <a:pt x="9262" y="193"/>
                </a:cubicBezTo>
                <a:cubicBezTo>
                  <a:pt x="9109" y="66"/>
                  <a:pt x="8917" y="65"/>
                  <a:pt x="8797" y="191"/>
                </a:cubicBezTo>
                <a:cubicBezTo>
                  <a:pt x="8703" y="289"/>
                  <a:pt x="8567" y="618"/>
                  <a:pt x="8567" y="749"/>
                </a:cubicBezTo>
                <a:cubicBezTo>
                  <a:pt x="8567" y="791"/>
                  <a:pt x="8557" y="838"/>
                  <a:pt x="8545" y="851"/>
                </a:cubicBezTo>
                <a:cubicBezTo>
                  <a:pt x="8534" y="864"/>
                  <a:pt x="8524" y="897"/>
                  <a:pt x="8524" y="925"/>
                </a:cubicBezTo>
                <a:cubicBezTo>
                  <a:pt x="8524" y="953"/>
                  <a:pt x="8511" y="1010"/>
                  <a:pt x="8496" y="1052"/>
                </a:cubicBezTo>
                <a:cubicBezTo>
                  <a:pt x="8481" y="1093"/>
                  <a:pt x="8468" y="1162"/>
                  <a:pt x="8468" y="1203"/>
                </a:cubicBezTo>
                <a:cubicBezTo>
                  <a:pt x="8468" y="1244"/>
                  <a:pt x="8462" y="1288"/>
                  <a:pt x="8454" y="1302"/>
                </a:cubicBezTo>
                <a:cubicBezTo>
                  <a:pt x="8446" y="1316"/>
                  <a:pt x="8440" y="1373"/>
                  <a:pt x="8440" y="1428"/>
                </a:cubicBezTo>
                <a:cubicBezTo>
                  <a:pt x="8440" y="1485"/>
                  <a:pt x="8428" y="1554"/>
                  <a:pt x="8412" y="1582"/>
                </a:cubicBezTo>
                <a:cubicBezTo>
                  <a:pt x="8389" y="1625"/>
                  <a:pt x="8384" y="1679"/>
                  <a:pt x="8384" y="1896"/>
                </a:cubicBezTo>
                <a:cubicBezTo>
                  <a:pt x="8384" y="2090"/>
                  <a:pt x="8379" y="2164"/>
                  <a:pt x="8363" y="2182"/>
                </a:cubicBezTo>
                <a:cubicBezTo>
                  <a:pt x="8331" y="2218"/>
                  <a:pt x="8331" y="4544"/>
                  <a:pt x="8363" y="4580"/>
                </a:cubicBezTo>
                <a:cubicBezTo>
                  <a:pt x="8378" y="4598"/>
                  <a:pt x="8384" y="4669"/>
                  <a:pt x="8384" y="4834"/>
                </a:cubicBezTo>
                <a:cubicBezTo>
                  <a:pt x="8384" y="5020"/>
                  <a:pt x="8390" y="5070"/>
                  <a:pt x="8412" y="5106"/>
                </a:cubicBezTo>
                <a:cubicBezTo>
                  <a:pt x="8433" y="5139"/>
                  <a:pt x="8440" y="5192"/>
                  <a:pt x="8440" y="5312"/>
                </a:cubicBezTo>
                <a:cubicBezTo>
                  <a:pt x="8440" y="5401"/>
                  <a:pt x="8446" y="5488"/>
                  <a:pt x="8454" y="5502"/>
                </a:cubicBezTo>
                <a:cubicBezTo>
                  <a:pt x="8462" y="5516"/>
                  <a:pt x="8468" y="5573"/>
                  <a:pt x="8468" y="5628"/>
                </a:cubicBezTo>
                <a:cubicBezTo>
                  <a:pt x="8468" y="5686"/>
                  <a:pt x="8480" y="5746"/>
                  <a:pt x="8496" y="5771"/>
                </a:cubicBezTo>
                <a:cubicBezTo>
                  <a:pt x="8514" y="5801"/>
                  <a:pt x="8524" y="5859"/>
                  <a:pt x="8524" y="5939"/>
                </a:cubicBezTo>
                <a:cubicBezTo>
                  <a:pt x="8524" y="6007"/>
                  <a:pt x="8530" y="6063"/>
                  <a:pt x="8537" y="6063"/>
                </a:cubicBezTo>
                <a:cubicBezTo>
                  <a:pt x="8551" y="6063"/>
                  <a:pt x="8608" y="6372"/>
                  <a:pt x="8608" y="6451"/>
                </a:cubicBezTo>
                <a:cubicBezTo>
                  <a:pt x="8608" y="6480"/>
                  <a:pt x="8627" y="6549"/>
                  <a:pt x="8650" y="6605"/>
                </a:cubicBezTo>
                <a:cubicBezTo>
                  <a:pt x="8724" y="6786"/>
                  <a:pt x="8709" y="6815"/>
                  <a:pt x="8539" y="6808"/>
                </a:cubicBezTo>
                <a:cubicBezTo>
                  <a:pt x="8386" y="6803"/>
                  <a:pt x="8294" y="6861"/>
                  <a:pt x="8304" y="6957"/>
                </a:cubicBezTo>
                <a:cubicBezTo>
                  <a:pt x="8315" y="7062"/>
                  <a:pt x="8410" y="7138"/>
                  <a:pt x="8559" y="7163"/>
                </a:cubicBezTo>
                <a:cubicBezTo>
                  <a:pt x="8717" y="7190"/>
                  <a:pt x="8835" y="7267"/>
                  <a:pt x="8880" y="7369"/>
                </a:cubicBezTo>
                <a:cubicBezTo>
                  <a:pt x="8903" y="7423"/>
                  <a:pt x="8902" y="7428"/>
                  <a:pt x="8860" y="7471"/>
                </a:cubicBezTo>
                <a:cubicBezTo>
                  <a:pt x="8836" y="7497"/>
                  <a:pt x="8803" y="7518"/>
                  <a:pt x="8789" y="7518"/>
                </a:cubicBezTo>
                <a:cubicBezTo>
                  <a:pt x="8766" y="7518"/>
                  <a:pt x="8737" y="7548"/>
                  <a:pt x="8622" y="7700"/>
                </a:cubicBezTo>
                <a:cubicBezTo>
                  <a:pt x="8554" y="7789"/>
                  <a:pt x="8461" y="7966"/>
                  <a:pt x="8449" y="8027"/>
                </a:cubicBezTo>
                <a:cubicBezTo>
                  <a:pt x="8424" y="8145"/>
                  <a:pt x="8482" y="8283"/>
                  <a:pt x="8581" y="8343"/>
                </a:cubicBezTo>
                <a:lnTo>
                  <a:pt x="8665" y="8395"/>
                </a:lnTo>
                <a:lnTo>
                  <a:pt x="8817" y="8206"/>
                </a:lnTo>
                <a:cubicBezTo>
                  <a:pt x="8900" y="8102"/>
                  <a:pt x="8983" y="8019"/>
                  <a:pt x="9002" y="8021"/>
                </a:cubicBezTo>
                <a:cubicBezTo>
                  <a:pt x="9034" y="8025"/>
                  <a:pt x="9033" y="8029"/>
                  <a:pt x="8995" y="8057"/>
                </a:cubicBezTo>
                <a:cubicBezTo>
                  <a:pt x="8929" y="8105"/>
                  <a:pt x="8736" y="8453"/>
                  <a:pt x="8735" y="8525"/>
                </a:cubicBezTo>
                <a:cubicBezTo>
                  <a:pt x="8735" y="8540"/>
                  <a:pt x="8716" y="8615"/>
                  <a:pt x="8693" y="8690"/>
                </a:cubicBezTo>
                <a:cubicBezTo>
                  <a:pt x="8670" y="8765"/>
                  <a:pt x="8650" y="8869"/>
                  <a:pt x="8650" y="8921"/>
                </a:cubicBezTo>
                <a:cubicBezTo>
                  <a:pt x="8650" y="8977"/>
                  <a:pt x="8642" y="9014"/>
                  <a:pt x="8630" y="9014"/>
                </a:cubicBezTo>
                <a:cubicBezTo>
                  <a:pt x="8613" y="9014"/>
                  <a:pt x="8608" y="9080"/>
                  <a:pt x="8608" y="9347"/>
                </a:cubicBezTo>
                <a:lnTo>
                  <a:pt x="8608" y="9680"/>
                </a:lnTo>
                <a:lnTo>
                  <a:pt x="8668" y="9768"/>
                </a:lnTo>
                <a:cubicBezTo>
                  <a:pt x="8739" y="9876"/>
                  <a:pt x="8811" y="9882"/>
                  <a:pt x="8873" y="9787"/>
                </a:cubicBezTo>
                <a:cubicBezTo>
                  <a:pt x="8934" y="9695"/>
                  <a:pt x="8988" y="9552"/>
                  <a:pt x="8988" y="9487"/>
                </a:cubicBezTo>
                <a:cubicBezTo>
                  <a:pt x="8988" y="9459"/>
                  <a:pt x="9001" y="9425"/>
                  <a:pt x="9016" y="9410"/>
                </a:cubicBezTo>
                <a:cubicBezTo>
                  <a:pt x="9032" y="9396"/>
                  <a:pt x="9054" y="9337"/>
                  <a:pt x="9067" y="9281"/>
                </a:cubicBezTo>
                <a:cubicBezTo>
                  <a:pt x="9095" y="9154"/>
                  <a:pt x="9110" y="9157"/>
                  <a:pt x="9150" y="9287"/>
                </a:cubicBezTo>
                <a:cubicBezTo>
                  <a:pt x="9168" y="9344"/>
                  <a:pt x="9188" y="9388"/>
                  <a:pt x="9195" y="9388"/>
                </a:cubicBezTo>
                <a:cubicBezTo>
                  <a:pt x="9201" y="9388"/>
                  <a:pt x="9231" y="9450"/>
                  <a:pt x="9261" y="9523"/>
                </a:cubicBezTo>
                <a:cubicBezTo>
                  <a:pt x="9291" y="9597"/>
                  <a:pt x="9326" y="9661"/>
                  <a:pt x="9338" y="9666"/>
                </a:cubicBezTo>
                <a:cubicBezTo>
                  <a:pt x="9350" y="9672"/>
                  <a:pt x="9426" y="9763"/>
                  <a:pt x="9506" y="9867"/>
                </a:cubicBezTo>
                <a:cubicBezTo>
                  <a:pt x="9586" y="9971"/>
                  <a:pt x="9666" y="10054"/>
                  <a:pt x="9683" y="10054"/>
                </a:cubicBezTo>
                <a:cubicBezTo>
                  <a:pt x="9742" y="10054"/>
                  <a:pt x="9893" y="10247"/>
                  <a:pt x="9907" y="10340"/>
                </a:cubicBezTo>
                <a:cubicBezTo>
                  <a:pt x="9915" y="10389"/>
                  <a:pt x="9929" y="10428"/>
                  <a:pt x="9939" y="10428"/>
                </a:cubicBezTo>
                <a:cubicBezTo>
                  <a:pt x="9965" y="10428"/>
                  <a:pt x="9961" y="10676"/>
                  <a:pt x="9935" y="10706"/>
                </a:cubicBezTo>
                <a:cubicBezTo>
                  <a:pt x="9924" y="10719"/>
                  <a:pt x="9914" y="10777"/>
                  <a:pt x="9914" y="10838"/>
                </a:cubicBezTo>
                <a:cubicBezTo>
                  <a:pt x="9914" y="10898"/>
                  <a:pt x="9905" y="10986"/>
                  <a:pt x="9893" y="11030"/>
                </a:cubicBezTo>
                <a:cubicBezTo>
                  <a:pt x="9882" y="11075"/>
                  <a:pt x="9872" y="11153"/>
                  <a:pt x="9872" y="11206"/>
                </a:cubicBezTo>
                <a:cubicBezTo>
                  <a:pt x="9872" y="11260"/>
                  <a:pt x="9863" y="11314"/>
                  <a:pt x="9852" y="11327"/>
                </a:cubicBezTo>
                <a:cubicBezTo>
                  <a:pt x="9840" y="11341"/>
                  <a:pt x="9830" y="11387"/>
                  <a:pt x="9830" y="11429"/>
                </a:cubicBezTo>
                <a:cubicBezTo>
                  <a:pt x="9830" y="11472"/>
                  <a:pt x="9818" y="11526"/>
                  <a:pt x="9802" y="11550"/>
                </a:cubicBezTo>
                <a:cubicBezTo>
                  <a:pt x="9784" y="11579"/>
                  <a:pt x="9775" y="11637"/>
                  <a:pt x="9775" y="11718"/>
                </a:cubicBezTo>
                <a:cubicBezTo>
                  <a:pt x="9775" y="11786"/>
                  <a:pt x="9767" y="11842"/>
                  <a:pt x="9760" y="11842"/>
                </a:cubicBezTo>
                <a:cubicBezTo>
                  <a:pt x="9752" y="11842"/>
                  <a:pt x="9746" y="11952"/>
                  <a:pt x="9746" y="12087"/>
                </a:cubicBezTo>
                <a:cubicBezTo>
                  <a:pt x="9746" y="12277"/>
                  <a:pt x="9740" y="12344"/>
                  <a:pt x="9718" y="12403"/>
                </a:cubicBezTo>
                <a:cubicBezTo>
                  <a:pt x="9695" y="12465"/>
                  <a:pt x="9690" y="12532"/>
                  <a:pt x="9690" y="12780"/>
                </a:cubicBezTo>
                <a:cubicBezTo>
                  <a:pt x="9690" y="13009"/>
                  <a:pt x="9685" y="13086"/>
                  <a:pt x="9669" y="13104"/>
                </a:cubicBezTo>
                <a:cubicBezTo>
                  <a:pt x="9655" y="13119"/>
                  <a:pt x="9648" y="13185"/>
                  <a:pt x="9648" y="13280"/>
                </a:cubicBezTo>
                <a:cubicBezTo>
                  <a:pt x="9648" y="13398"/>
                  <a:pt x="9637" y="13462"/>
                  <a:pt x="9598" y="13575"/>
                </a:cubicBezTo>
                <a:cubicBezTo>
                  <a:pt x="9570" y="13654"/>
                  <a:pt x="9541" y="13774"/>
                  <a:pt x="9533" y="13841"/>
                </a:cubicBezTo>
                <a:cubicBezTo>
                  <a:pt x="9525" y="13909"/>
                  <a:pt x="9509" y="13962"/>
                  <a:pt x="9499" y="13962"/>
                </a:cubicBezTo>
                <a:cubicBezTo>
                  <a:pt x="9488" y="13962"/>
                  <a:pt x="9479" y="13988"/>
                  <a:pt x="9479" y="14020"/>
                </a:cubicBezTo>
                <a:cubicBezTo>
                  <a:pt x="9479" y="14052"/>
                  <a:pt x="9470" y="14090"/>
                  <a:pt x="9459" y="14103"/>
                </a:cubicBezTo>
                <a:cubicBezTo>
                  <a:pt x="9447" y="14116"/>
                  <a:pt x="9437" y="14153"/>
                  <a:pt x="9437" y="14185"/>
                </a:cubicBezTo>
                <a:cubicBezTo>
                  <a:pt x="9437" y="14217"/>
                  <a:pt x="9427" y="14267"/>
                  <a:pt x="9416" y="14295"/>
                </a:cubicBezTo>
                <a:cubicBezTo>
                  <a:pt x="9401" y="14332"/>
                  <a:pt x="9395" y="14429"/>
                  <a:pt x="9395" y="14628"/>
                </a:cubicBezTo>
                <a:cubicBezTo>
                  <a:pt x="9395" y="14827"/>
                  <a:pt x="9389" y="14924"/>
                  <a:pt x="9374" y="14961"/>
                </a:cubicBezTo>
                <a:cubicBezTo>
                  <a:pt x="9347" y="15027"/>
                  <a:pt x="9347" y="15104"/>
                  <a:pt x="9374" y="15170"/>
                </a:cubicBezTo>
                <a:cubicBezTo>
                  <a:pt x="9388" y="15205"/>
                  <a:pt x="9395" y="15300"/>
                  <a:pt x="9395" y="15464"/>
                </a:cubicBezTo>
                <a:cubicBezTo>
                  <a:pt x="9395" y="15642"/>
                  <a:pt x="9401" y="15715"/>
                  <a:pt x="9418" y="15742"/>
                </a:cubicBezTo>
                <a:cubicBezTo>
                  <a:pt x="9430" y="15762"/>
                  <a:pt x="9439" y="15793"/>
                  <a:pt x="9438" y="15808"/>
                </a:cubicBezTo>
                <a:cubicBezTo>
                  <a:pt x="9431" y="15963"/>
                  <a:pt x="9440" y="16083"/>
                  <a:pt x="9459" y="16083"/>
                </a:cubicBezTo>
                <a:cubicBezTo>
                  <a:pt x="9470" y="16083"/>
                  <a:pt x="9479" y="16119"/>
                  <a:pt x="9479" y="16166"/>
                </a:cubicBezTo>
                <a:cubicBezTo>
                  <a:pt x="9479" y="16211"/>
                  <a:pt x="9485" y="16251"/>
                  <a:pt x="9493" y="16251"/>
                </a:cubicBezTo>
                <a:cubicBezTo>
                  <a:pt x="9512" y="16251"/>
                  <a:pt x="9553" y="16493"/>
                  <a:pt x="9542" y="16542"/>
                </a:cubicBezTo>
                <a:cubicBezTo>
                  <a:pt x="9538" y="16565"/>
                  <a:pt x="9507" y="16584"/>
                  <a:pt x="9474" y="16584"/>
                </a:cubicBezTo>
                <a:cubicBezTo>
                  <a:pt x="9438" y="16584"/>
                  <a:pt x="9384" y="16627"/>
                  <a:pt x="9338" y="16694"/>
                </a:cubicBezTo>
                <a:cubicBezTo>
                  <a:pt x="9244" y="16829"/>
                  <a:pt x="9212" y="16908"/>
                  <a:pt x="9212" y="17002"/>
                </a:cubicBezTo>
                <a:cubicBezTo>
                  <a:pt x="9212" y="17041"/>
                  <a:pt x="9203" y="17085"/>
                  <a:pt x="9191" y="17098"/>
                </a:cubicBezTo>
                <a:cubicBezTo>
                  <a:pt x="9177" y="17114"/>
                  <a:pt x="9171" y="17181"/>
                  <a:pt x="9171" y="17310"/>
                </a:cubicBezTo>
                <a:lnTo>
                  <a:pt x="9171" y="17497"/>
                </a:lnTo>
                <a:lnTo>
                  <a:pt x="8429" y="17478"/>
                </a:lnTo>
                <a:cubicBezTo>
                  <a:pt x="7799" y="17461"/>
                  <a:pt x="7679" y="17469"/>
                  <a:pt x="7624" y="17522"/>
                </a:cubicBezTo>
                <a:cubicBezTo>
                  <a:pt x="7540" y="17603"/>
                  <a:pt x="7475" y="17796"/>
                  <a:pt x="7429" y="18110"/>
                </a:cubicBezTo>
                <a:cubicBezTo>
                  <a:pt x="7422" y="18162"/>
                  <a:pt x="7409" y="18204"/>
                  <a:pt x="7401" y="18204"/>
                </a:cubicBezTo>
                <a:cubicBezTo>
                  <a:pt x="7394" y="18204"/>
                  <a:pt x="7387" y="18242"/>
                  <a:pt x="7387" y="18289"/>
                </a:cubicBezTo>
                <a:cubicBezTo>
                  <a:pt x="7387" y="18335"/>
                  <a:pt x="7378" y="18383"/>
                  <a:pt x="7366" y="18396"/>
                </a:cubicBezTo>
                <a:cubicBezTo>
                  <a:pt x="7355" y="18409"/>
                  <a:pt x="7345" y="18444"/>
                  <a:pt x="7345" y="18470"/>
                </a:cubicBezTo>
                <a:cubicBezTo>
                  <a:pt x="7345" y="18497"/>
                  <a:pt x="7334" y="18548"/>
                  <a:pt x="7321" y="18586"/>
                </a:cubicBezTo>
                <a:cubicBezTo>
                  <a:pt x="7282" y="18694"/>
                  <a:pt x="7260" y="18778"/>
                  <a:pt x="7260" y="18825"/>
                </a:cubicBezTo>
                <a:cubicBezTo>
                  <a:pt x="7260" y="18902"/>
                  <a:pt x="7207" y="18871"/>
                  <a:pt x="7198" y="18790"/>
                </a:cubicBezTo>
                <a:cubicBezTo>
                  <a:pt x="7193" y="18746"/>
                  <a:pt x="7180" y="18701"/>
                  <a:pt x="7168" y="18688"/>
                </a:cubicBezTo>
                <a:cubicBezTo>
                  <a:pt x="7157" y="18675"/>
                  <a:pt x="7147" y="18640"/>
                  <a:pt x="7147" y="18611"/>
                </a:cubicBezTo>
                <a:cubicBezTo>
                  <a:pt x="7146" y="18581"/>
                  <a:pt x="7120" y="18501"/>
                  <a:pt x="7087" y="18432"/>
                </a:cubicBezTo>
                <a:cubicBezTo>
                  <a:pt x="7055" y="18363"/>
                  <a:pt x="7027" y="18266"/>
                  <a:pt x="7024" y="18217"/>
                </a:cubicBezTo>
                <a:cubicBezTo>
                  <a:pt x="7022" y="18168"/>
                  <a:pt x="7011" y="18104"/>
                  <a:pt x="7000" y="18077"/>
                </a:cubicBezTo>
                <a:cubicBezTo>
                  <a:pt x="6989" y="18050"/>
                  <a:pt x="6980" y="17983"/>
                  <a:pt x="6980" y="17929"/>
                </a:cubicBezTo>
                <a:cubicBezTo>
                  <a:pt x="6980" y="17874"/>
                  <a:pt x="6972" y="17830"/>
                  <a:pt x="6962" y="17830"/>
                </a:cubicBezTo>
                <a:cubicBezTo>
                  <a:pt x="6952" y="17829"/>
                  <a:pt x="6932" y="17756"/>
                  <a:pt x="6917" y="17665"/>
                </a:cubicBezTo>
                <a:cubicBezTo>
                  <a:pt x="6903" y="17573"/>
                  <a:pt x="6882" y="17497"/>
                  <a:pt x="6872" y="17497"/>
                </a:cubicBezTo>
                <a:cubicBezTo>
                  <a:pt x="6862" y="17497"/>
                  <a:pt x="6853" y="17477"/>
                  <a:pt x="6853" y="17453"/>
                </a:cubicBezTo>
                <a:cubicBezTo>
                  <a:pt x="6853" y="17370"/>
                  <a:pt x="6734" y="17255"/>
                  <a:pt x="6601" y="17208"/>
                </a:cubicBezTo>
                <a:cubicBezTo>
                  <a:pt x="6527" y="17182"/>
                  <a:pt x="6189" y="17148"/>
                  <a:pt x="5849" y="17134"/>
                </a:cubicBezTo>
                <a:cubicBezTo>
                  <a:pt x="5509" y="17119"/>
                  <a:pt x="5251" y="17097"/>
                  <a:pt x="5274" y="17081"/>
                </a:cubicBezTo>
                <a:cubicBezTo>
                  <a:pt x="5297" y="17066"/>
                  <a:pt x="5348" y="16994"/>
                  <a:pt x="5387" y="16922"/>
                </a:cubicBezTo>
                <a:cubicBezTo>
                  <a:pt x="5427" y="16850"/>
                  <a:pt x="5463" y="16790"/>
                  <a:pt x="5468" y="16790"/>
                </a:cubicBezTo>
                <a:cubicBezTo>
                  <a:pt x="5477" y="16790"/>
                  <a:pt x="5518" y="16693"/>
                  <a:pt x="5586" y="16512"/>
                </a:cubicBezTo>
                <a:cubicBezTo>
                  <a:pt x="5605" y="16461"/>
                  <a:pt x="5633" y="16408"/>
                  <a:pt x="5647" y="16394"/>
                </a:cubicBezTo>
                <a:cubicBezTo>
                  <a:pt x="5662" y="16380"/>
                  <a:pt x="5673" y="16342"/>
                  <a:pt x="5673" y="16309"/>
                </a:cubicBezTo>
                <a:cubicBezTo>
                  <a:pt x="5673" y="16275"/>
                  <a:pt x="5683" y="16236"/>
                  <a:pt x="5695" y="16223"/>
                </a:cubicBezTo>
                <a:cubicBezTo>
                  <a:pt x="5706" y="16210"/>
                  <a:pt x="5716" y="16176"/>
                  <a:pt x="5716" y="16146"/>
                </a:cubicBezTo>
                <a:cubicBezTo>
                  <a:pt x="5716" y="16117"/>
                  <a:pt x="5725" y="16082"/>
                  <a:pt x="5736" y="16069"/>
                </a:cubicBezTo>
                <a:cubicBezTo>
                  <a:pt x="5748" y="16056"/>
                  <a:pt x="5758" y="16016"/>
                  <a:pt x="5758" y="15981"/>
                </a:cubicBezTo>
                <a:cubicBezTo>
                  <a:pt x="5758" y="15946"/>
                  <a:pt x="5768" y="15918"/>
                  <a:pt x="5779" y="15918"/>
                </a:cubicBezTo>
                <a:cubicBezTo>
                  <a:pt x="5791" y="15918"/>
                  <a:pt x="5800" y="15899"/>
                  <a:pt x="5800" y="15877"/>
                </a:cubicBezTo>
                <a:cubicBezTo>
                  <a:pt x="5800" y="15855"/>
                  <a:pt x="5818" y="15776"/>
                  <a:pt x="5841" y="15701"/>
                </a:cubicBezTo>
                <a:cubicBezTo>
                  <a:pt x="5863" y="15626"/>
                  <a:pt x="5885" y="15521"/>
                  <a:pt x="5891" y="15470"/>
                </a:cubicBezTo>
                <a:cubicBezTo>
                  <a:pt x="5896" y="15418"/>
                  <a:pt x="5909" y="15376"/>
                  <a:pt x="5920" y="15376"/>
                </a:cubicBezTo>
                <a:cubicBezTo>
                  <a:pt x="5933" y="15376"/>
                  <a:pt x="5941" y="15333"/>
                  <a:pt x="5941" y="15252"/>
                </a:cubicBezTo>
                <a:cubicBezTo>
                  <a:pt x="5941" y="15184"/>
                  <a:pt x="5947" y="15129"/>
                  <a:pt x="5955" y="15129"/>
                </a:cubicBezTo>
                <a:cubicBezTo>
                  <a:pt x="5963" y="15129"/>
                  <a:pt x="5969" y="15073"/>
                  <a:pt x="5969" y="15005"/>
                </a:cubicBezTo>
                <a:cubicBezTo>
                  <a:pt x="5969" y="14924"/>
                  <a:pt x="5978" y="14866"/>
                  <a:pt x="5997" y="14837"/>
                </a:cubicBezTo>
                <a:cubicBezTo>
                  <a:pt x="6015" y="14809"/>
                  <a:pt x="6024" y="14748"/>
                  <a:pt x="6024" y="14672"/>
                </a:cubicBezTo>
                <a:cubicBezTo>
                  <a:pt x="6024" y="14605"/>
                  <a:pt x="6034" y="14543"/>
                  <a:pt x="6046" y="14529"/>
                </a:cubicBezTo>
                <a:cubicBezTo>
                  <a:pt x="6061" y="14511"/>
                  <a:pt x="6067" y="14440"/>
                  <a:pt x="6067" y="14254"/>
                </a:cubicBezTo>
                <a:cubicBezTo>
                  <a:pt x="6067" y="14068"/>
                  <a:pt x="6072" y="13997"/>
                  <a:pt x="6088" y="13979"/>
                </a:cubicBezTo>
                <a:cubicBezTo>
                  <a:pt x="6106" y="13958"/>
                  <a:pt x="6109" y="13767"/>
                  <a:pt x="6109" y="12612"/>
                </a:cubicBezTo>
                <a:cubicBezTo>
                  <a:pt x="6109" y="11457"/>
                  <a:pt x="6112" y="11266"/>
                  <a:pt x="6130" y="11245"/>
                </a:cubicBezTo>
                <a:cubicBezTo>
                  <a:pt x="6161" y="11210"/>
                  <a:pt x="6161" y="10521"/>
                  <a:pt x="6130" y="10486"/>
                </a:cubicBezTo>
                <a:cubicBezTo>
                  <a:pt x="6119" y="10473"/>
                  <a:pt x="6109" y="10425"/>
                  <a:pt x="6109" y="10381"/>
                </a:cubicBezTo>
                <a:cubicBezTo>
                  <a:pt x="6109" y="10337"/>
                  <a:pt x="6099" y="10290"/>
                  <a:pt x="6088" y="10277"/>
                </a:cubicBezTo>
                <a:cubicBezTo>
                  <a:pt x="6076" y="10264"/>
                  <a:pt x="6067" y="10229"/>
                  <a:pt x="6067" y="10197"/>
                </a:cubicBezTo>
                <a:cubicBezTo>
                  <a:pt x="6067" y="10165"/>
                  <a:pt x="6060" y="10136"/>
                  <a:pt x="6051" y="10136"/>
                </a:cubicBezTo>
                <a:cubicBezTo>
                  <a:pt x="6043" y="10136"/>
                  <a:pt x="6014" y="10108"/>
                  <a:pt x="5987" y="10070"/>
                </a:cubicBezTo>
                <a:cubicBezTo>
                  <a:pt x="5929" y="9988"/>
                  <a:pt x="5773" y="10009"/>
                  <a:pt x="5674" y="10114"/>
                </a:cubicBezTo>
                <a:cubicBezTo>
                  <a:pt x="5608" y="10185"/>
                  <a:pt x="5505" y="10465"/>
                  <a:pt x="5505" y="10574"/>
                </a:cubicBezTo>
                <a:cubicBezTo>
                  <a:pt x="5505" y="10609"/>
                  <a:pt x="5499" y="10637"/>
                  <a:pt x="5492" y="10637"/>
                </a:cubicBezTo>
                <a:cubicBezTo>
                  <a:pt x="5485" y="10637"/>
                  <a:pt x="5474" y="10701"/>
                  <a:pt x="5469" y="10780"/>
                </a:cubicBezTo>
                <a:cubicBezTo>
                  <a:pt x="5464" y="10859"/>
                  <a:pt x="5452" y="10946"/>
                  <a:pt x="5441" y="10973"/>
                </a:cubicBezTo>
                <a:cubicBezTo>
                  <a:pt x="5430" y="11001"/>
                  <a:pt x="5421" y="11098"/>
                  <a:pt x="5421" y="11204"/>
                </a:cubicBezTo>
                <a:cubicBezTo>
                  <a:pt x="5421" y="11328"/>
                  <a:pt x="5414" y="11396"/>
                  <a:pt x="5400" y="11413"/>
                </a:cubicBezTo>
                <a:cubicBezTo>
                  <a:pt x="5383" y="11432"/>
                  <a:pt x="5379" y="11523"/>
                  <a:pt x="5379" y="11878"/>
                </a:cubicBezTo>
                <a:cubicBezTo>
                  <a:pt x="5378" y="12201"/>
                  <a:pt x="5372" y="12341"/>
                  <a:pt x="5357" y="12400"/>
                </a:cubicBezTo>
                <a:cubicBezTo>
                  <a:pt x="5342" y="12460"/>
                  <a:pt x="5337" y="12604"/>
                  <a:pt x="5337" y="12967"/>
                </a:cubicBezTo>
                <a:cubicBezTo>
                  <a:pt x="5337" y="13348"/>
                  <a:pt x="5332" y="13465"/>
                  <a:pt x="5316" y="13506"/>
                </a:cubicBezTo>
                <a:cubicBezTo>
                  <a:pt x="5301" y="13541"/>
                  <a:pt x="5294" y="13634"/>
                  <a:pt x="5294" y="13795"/>
                </a:cubicBezTo>
                <a:cubicBezTo>
                  <a:pt x="5294" y="13980"/>
                  <a:pt x="5288" y="14050"/>
                  <a:pt x="5266" y="14108"/>
                </a:cubicBezTo>
                <a:cubicBezTo>
                  <a:pt x="5249" y="14154"/>
                  <a:pt x="5238" y="14235"/>
                  <a:pt x="5238" y="14317"/>
                </a:cubicBezTo>
                <a:cubicBezTo>
                  <a:pt x="5238" y="14408"/>
                  <a:pt x="5225" y="14494"/>
                  <a:pt x="5198" y="14581"/>
                </a:cubicBezTo>
                <a:cubicBezTo>
                  <a:pt x="5175" y="14652"/>
                  <a:pt x="5154" y="14739"/>
                  <a:pt x="5149" y="14774"/>
                </a:cubicBezTo>
                <a:cubicBezTo>
                  <a:pt x="5145" y="14808"/>
                  <a:pt x="5135" y="14837"/>
                  <a:pt x="5127" y="14837"/>
                </a:cubicBezTo>
                <a:cubicBezTo>
                  <a:pt x="5119" y="14837"/>
                  <a:pt x="5112" y="14871"/>
                  <a:pt x="5112" y="14914"/>
                </a:cubicBezTo>
                <a:cubicBezTo>
                  <a:pt x="5112" y="14962"/>
                  <a:pt x="5096" y="15012"/>
                  <a:pt x="5070" y="15043"/>
                </a:cubicBezTo>
                <a:cubicBezTo>
                  <a:pt x="5047" y="15072"/>
                  <a:pt x="5028" y="15112"/>
                  <a:pt x="5028" y="15134"/>
                </a:cubicBezTo>
                <a:cubicBezTo>
                  <a:pt x="5028" y="15156"/>
                  <a:pt x="5019" y="15202"/>
                  <a:pt x="5007" y="15236"/>
                </a:cubicBezTo>
                <a:cubicBezTo>
                  <a:pt x="4988" y="15291"/>
                  <a:pt x="4986" y="15291"/>
                  <a:pt x="4986" y="15222"/>
                </a:cubicBezTo>
                <a:cubicBezTo>
                  <a:pt x="4986" y="15179"/>
                  <a:pt x="4992" y="15123"/>
                  <a:pt x="5001" y="15098"/>
                </a:cubicBezTo>
                <a:cubicBezTo>
                  <a:pt x="5032" y="15004"/>
                  <a:pt x="4993" y="14194"/>
                  <a:pt x="4952" y="14105"/>
                </a:cubicBezTo>
                <a:cubicBezTo>
                  <a:pt x="4940" y="14079"/>
                  <a:pt x="4929" y="14027"/>
                  <a:pt x="4929" y="13990"/>
                </a:cubicBezTo>
                <a:cubicBezTo>
                  <a:pt x="4929" y="13914"/>
                  <a:pt x="4913" y="13852"/>
                  <a:pt x="4810" y="13547"/>
                </a:cubicBezTo>
                <a:cubicBezTo>
                  <a:pt x="4770" y="13428"/>
                  <a:pt x="4717" y="13318"/>
                  <a:pt x="4687" y="13291"/>
                </a:cubicBezTo>
                <a:cubicBezTo>
                  <a:pt x="4659" y="13265"/>
                  <a:pt x="4631" y="13210"/>
                  <a:pt x="4627" y="13170"/>
                </a:cubicBezTo>
                <a:cubicBezTo>
                  <a:pt x="4623" y="13130"/>
                  <a:pt x="4610" y="13087"/>
                  <a:pt x="4599" y="13074"/>
                </a:cubicBezTo>
                <a:cubicBezTo>
                  <a:pt x="4585" y="13058"/>
                  <a:pt x="4579" y="12987"/>
                  <a:pt x="4579" y="12846"/>
                </a:cubicBezTo>
                <a:cubicBezTo>
                  <a:pt x="4579" y="12702"/>
                  <a:pt x="4572" y="12634"/>
                  <a:pt x="4557" y="12617"/>
                </a:cubicBezTo>
                <a:cubicBezTo>
                  <a:pt x="4543" y="12601"/>
                  <a:pt x="4536" y="12532"/>
                  <a:pt x="4536" y="12389"/>
                </a:cubicBezTo>
                <a:cubicBezTo>
                  <a:pt x="4536" y="12258"/>
                  <a:pt x="4529" y="12166"/>
                  <a:pt x="4516" y="12133"/>
                </a:cubicBezTo>
                <a:cubicBezTo>
                  <a:pt x="4503" y="12103"/>
                  <a:pt x="4494" y="12013"/>
                  <a:pt x="4494" y="11919"/>
                </a:cubicBezTo>
                <a:cubicBezTo>
                  <a:pt x="4494" y="11813"/>
                  <a:pt x="4487" y="11747"/>
                  <a:pt x="4473" y="11732"/>
                </a:cubicBezTo>
                <a:cubicBezTo>
                  <a:pt x="4461" y="11719"/>
                  <a:pt x="4452" y="11669"/>
                  <a:pt x="4452" y="11619"/>
                </a:cubicBezTo>
                <a:cubicBezTo>
                  <a:pt x="4452" y="11569"/>
                  <a:pt x="4439" y="11496"/>
                  <a:pt x="4424" y="11457"/>
                </a:cubicBezTo>
                <a:cubicBezTo>
                  <a:pt x="4407" y="11415"/>
                  <a:pt x="4396" y="11335"/>
                  <a:pt x="4396" y="11261"/>
                </a:cubicBezTo>
                <a:cubicBezTo>
                  <a:pt x="4396" y="11193"/>
                  <a:pt x="4389" y="11135"/>
                  <a:pt x="4382" y="11135"/>
                </a:cubicBezTo>
                <a:cubicBezTo>
                  <a:pt x="4374" y="11135"/>
                  <a:pt x="4368" y="11093"/>
                  <a:pt x="4368" y="11041"/>
                </a:cubicBezTo>
                <a:cubicBezTo>
                  <a:pt x="4368" y="10990"/>
                  <a:pt x="4355" y="10924"/>
                  <a:pt x="4340" y="10896"/>
                </a:cubicBezTo>
                <a:cubicBezTo>
                  <a:pt x="4324" y="10867"/>
                  <a:pt x="4311" y="10817"/>
                  <a:pt x="4311" y="10783"/>
                </a:cubicBezTo>
                <a:cubicBezTo>
                  <a:pt x="4311" y="10749"/>
                  <a:pt x="4305" y="10720"/>
                  <a:pt x="4297" y="10720"/>
                </a:cubicBezTo>
                <a:cubicBezTo>
                  <a:pt x="4289" y="10720"/>
                  <a:pt x="4283" y="10675"/>
                  <a:pt x="4283" y="10618"/>
                </a:cubicBezTo>
                <a:cubicBezTo>
                  <a:pt x="4283" y="10494"/>
                  <a:pt x="4283" y="10492"/>
                  <a:pt x="4599" y="10362"/>
                </a:cubicBezTo>
                <a:cubicBezTo>
                  <a:pt x="4672" y="10332"/>
                  <a:pt x="4737" y="10274"/>
                  <a:pt x="4827" y="10153"/>
                </a:cubicBezTo>
                <a:cubicBezTo>
                  <a:pt x="4867" y="10099"/>
                  <a:pt x="4910" y="10054"/>
                  <a:pt x="4923" y="10054"/>
                </a:cubicBezTo>
                <a:cubicBezTo>
                  <a:pt x="4937" y="10054"/>
                  <a:pt x="4991" y="9975"/>
                  <a:pt x="5044" y="9878"/>
                </a:cubicBezTo>
                <a:cubicBezTo>
                  <a:pt x="5125" y="9730"/>
                  <a:pt x="5140" y="9685"/>
                  <a:pt x="5140" y="9589"/>
                </a:cubicBezTo>
                <a:cubicBezTo>
                  <a:pt x="5140" y="9482"/>
                  <a:pt x="5143" y="9476"/>
                  <a:pt x="5185" y="9504"/>
                </a:cubicBezTo>
                <a:cubicBezTo>
                  <a:pt x="5270" y="9559"/>
                  <a:pt x="5385" y="9538"/>
                  <a:pt x="5425" y="9460"/>
                </a:cubicBezTo>
                <a:cubicBezTo>
                  <a:pt x="5457" y="9398"/>
                  <a:pt x="5463" y="9359"/>
                  <a:pt x="5463" y="9204"/>
                </a:cubicBezTo>
                <a:cubicBezTo>
                  <a:pt x="5463" y="9062"/>
                  <a:pt x="5457" y="9007"/>
                  <a:pt x="5435" y="8973"/>
                </a:cubicBezTo>
                <a:cubicBezTo>
                  <a:pt x="5420" y="8949"/>
                  <a:pt x="5407" y="8911"/>
                  <a:pt x="5407" y="8888"/>
                </a:cubicBezTo>
                <a:cubicBezTo>
                  <a:pt x="5407" y="8865"/>
                  <a:pt x="5392" y="8800"/>
                  <a:pt x="5372" y="8747"/>
                </a:cubicBezTo>
                <a:cubicBezTo>
                  <a:pt x="5353" y="8695"/>
                  <a:pt x="5337" y="8641"/>
                  <a:pt x="5337" y="8626"/>
                </a:cubicBezTo>
                <a:cubicBezTo>
                  <a:pt x="5337" y="8612"/>
                  <a:pt x="5365" y="8599"/>
                  <a:pt x="5399" y="8599"/>
                </a:cubicBezTo>
                <a:cubicBezTo>
                  <a:pt x="5513" y="8599"/>
                  <a:pt x="5578" y="8424"/>
                  <a:pt x="5501" y="8321"/>
                </a:cubicBezTo>
                <a:cubicBezTo>
                  <a:pt x="5478" y="8290"/>
                  <a:pt x="5522" y="8278"/>
                  <a:pt x="5667" y="8280"/>
                </a:cubicBezTo>
                <a:cubicBezTo>
                  <a:pt x="5872" y="8283"/>
                  <a:pt x="5927" y="8259"/>
                  <a:pt x="5927" y="8162"/>
                </a:cubicBezTo>
                <a:cubicBezTo>
                  <a:pt x="5927" y="8111"/>
                  <a:pt x="5877" y="8000"/>
                  <a:pt x="5856" y="8005"/>
                </a:cubicBezTo>
                <a:cubicBezTo>
                  <a:pt x="5852" y="8006"/>
                  <a:pt x="5843" y="8003"/>
                  <a:pt x="5835" y="7997"/>
                </a:cubicBezTo>
                <a:cubicBezTo>
                  <a:pt x="5780" y="7953"/>
                  <a:pt x="5569" y="7851"/>
                  <a:pt x="5531" y="7851"/>
                </a:cubicBezTo>
                <a:lnTo>
                  <a:pt x="5484" y="7851"/>
                </a:lnTo>
                <a:lnTo>
                  <a:pt x="5526" y="7768"/>
                </a:lnTo>
                <a:cubicBezTo>
                  <a:pt x="5576" y="7673"/>
                  <a:pt x="5622" y="7567"/>
                  <a:pt x="5660" y="7466"/>
                </a:cubicBezTo>
                <a:cubicBezTo>
                  <a:pt x="5675" y="7426"/>
                  <a:pt x="5694" y="7394"/>
                  <a:pt x="5702" y="7394"/>
                </a:cubicBezTo>
                <a:cubicBezTo>
                  <a:pt x="5710" y="7394"/>
                  <a:pt x="5716" y="7365"/>
                  <a:pt x="5716" y="7331"/>
                </a:cubicBezTo>
                <a:cubicBezTo>
                  <a:pt x="5716" y="7297"/>
                  <a:pt x="5722" y="7268"/>
                  <a:pt x="5730" y="7268"/>
                </a:cubicBezTo>
                <a:cubicBezTo>
                  <a:pt x="5738" y="7268"/>
                  <a:pt x="5749" y="7237"/>
                  <a:pt x="5754" y="7199"/>
                </a:cubicBezTo>
                <a:cubicBezTo>
                  <a:pt x="5759" y="7161"/>
                  <a:pt x="5773" y="7096"/>
                  <a:pt x="5785" y="7056"/>
                </a:cubicBezTo>
                <a:cubicBezTo>
                  <a:pt x="5832" y="6901"/>
                  <a:pt x="5842" y="6853"/>
                  <a:pt x="5842" y="6789"/>
                </a:cubicBezTo>
                <a:cubicBezTo>
                  <a:pt x="5842" y="6721"/>
                  <a:pt x="5907" y="6520"/>
                  <a:pt x="5929" y="6520"/>
                </a:cubicBezTo>
                <a:cubicBezTo>
                  <a:pt x="5935" y="6520"/>
                  <a:pt x="5941" y="6474"/>
                  <a:pt x="5941" y="6418"/>
                </a:cubicBezTo>
                <a:cubicBezTo>
                  <a:pt x="5941" y="6362"/>
                  <a:pt x="5947" y="6305"/>
                  <a:pt x="5955" y="6291"/>
                </a:cubicBezTo>
                <a:cubicBezTo>
                  <a:pt x="5963" y="6277"/>
                  <a:pt x="5969" y="6234"/>
                  <a:pt x="5969" y="6195"/>
                </a:cubicBezTo>
                <a:cubicBezTo>
                  <a:pt x="5969" y="6156"/>
                  <a:pt x="5981" y="6100"/>
                  <a:pt x="5997" y="6071"/>
                </a:cubicBezTo>
                <a:cubicBezTo>
                  <a:pt x="6016" y="6036"/>
                  <a:pt x="6024" y="5974"/>
                  <a:pt x="6024" y="5879"/>
                </a:cubicBezTo>
                <a:cubicBezTo>
                  <a:pt x="6024" y="5792"/>
                  <a:pt x="6033" y="5731"/>
                  <a:pt x="6046" y="5716"/>
                </a:cubicBezTo>
                <a:cubicBezTo>
                  <a:pt x="6058" y="5703"/>
                  <a:pt x="6067" y="5640"/>
                  <a:pt x="6067" y="5571"/>
                </a:cubicBezTo>
                <a:cubicBezTo>
                  <a:pt x="6067" y="5504"/>
                  <a:pt x="6076" y="5426"/>
                  <a:pt x="6088" y="5397"/>
                </a:cubicBezTo>
                <a:cubicBezTo>
                  <a:pt x="6100" y="5366"/>
                  <a:pt x="6109" y="5276"/>
                  <a:pt x="6109" y="5169"/>
                </a:cubicBezTo>
                <a:cubicBezTo>
                  <a:pt x="6109" y="5050"/>
                  <a:pt x="6116" y="4982"/>
                  <a:pt x="6130" y="4966"/>
                </a:cubicBezTo>
                <a:cubicBezTo>
                  <a:pt x="6146" y="4948"/>
                  <a:pt x="6151" y="4878"/>
                  <a:pt x="6151" y="4693"/>
                </a:cubicBezTo>
                <a:cubicBezTo>
                  <a:pt x="6151" y="4498"/>
                  <a:pt x="6156" y="4440"/>
                  <a:pt x="6172" y="4440"/>
                </a:cubicBezTo>
                <a:cubicBezTo>
                  <a:pt x="6204" y="4440"/>
                  <a:pt x="6204" y="2356"/>
                  <a:pt x="6172" y="2278"/>
                </a:cubicBezTo>
                <a:cubicBezTo>
                  <a:pt x="6160" y="2248"/>
                  <a:pt x="6151" y="2158"/>
                  <a:pt x="6151" y="2064"/>
                </a:cubicBezTo>
                <a:cubicBezTo>
                  <a:pt x="6151" y="1958"/>
                  <a:pt x="6144" y="1895"/>
                  <a:pt x="6130" y="1880"/>
                </a:cubicBezTo>
                <a:cubicBezTo>
                  <a:pt x="6119" y="1866"/>
                  <a:pt x="6109" y="1808"/>
                  <a:pt x="6109" y="1753"/>
                </a:cubicBezTo>
                <a:cubicBezTo>
                  <a:pt x="6109" y="1696"/>
                  <a:pt x="6091" y="1599"/>
                  <a:pt x="6067" y="1530"/>
                </a:cubicBezTo>
                <a:cubicBezTo>
                  <a:pt x="6044" y="1463"/>
                  <a:pt x="6024" y="1393"/>
                  <a:pt x="6024" y="1373"/>
                </a:cubicBezTo>
                <a:cubicBezTo>
                  <a:pt x="6024" y="1354"/>
                  <a:pt x="5968" y="1271"/>
                  <a:pt x="5898" y="1186"/>
                </a:cubicBezTo>
                <a:cubicBezTo>
                  <a:pt x="5775" y="1037"/>
                  <a:pt x="5765" y="1032"/>
                  <a:pt x="5591" y="1032"/>
                </a:cubicBezTo>
                <a:cubicBezTo>
                  <a:pt x="5476" y="1032"/>
                  <a:pt x="5386" y="1052"/>
                  <a:pt x="5336" y="1093"/>
                </a:cubicBezTo>
                <a:cubicBezTo>
                  <a:pt x="5294" y="1127"/>
                  <a:pt x="5226" y="1177"/>
                  <a:pt x="5185" y="1203"/>
                </a:cubicBezTo>
                <a:cubicBezTo>
                  <a:pt x="5145" y="1229"/>
                  <a:pt x="5112" y="1265"/>
                  <a:pt x="5112" y="1283"/>
                </a:cubicBezTo>
                <a:cubicBezTo>
                  <a:pt x="5112" y="1301"/>
                  <a:pt x="5092" y="1329"/>
                  <a:pt x="5067" y="1343"/>
                </a:cubicBezTo>
                <a:cubicBezTo>
                  <a:pt x="5019" y="1371"/>
                  <a:pt x="5004" y="1386"/>
                  <a:pt x="4901" y="1525"/>
                </a:cubicBezTo>
                <a:cubicBezTo>
                  <a:pt x="4866" y="1572"/>
                  <a:pt x="4822" y="1618"/>
                  <a:pt x="4804" y="1626"/>
                </a:cubicBezTo>
                <a:cubicBezTo>
                  <a:pt x="4785" y="1635"/>
                  <a:pt x="4767" y="1663"/>
                  <a:pt x="4764" y="1690"/>
                </a:cubicBezTo>
                <a:cubicBezTo>
                  <a:pt x="4761" y="1716"/>
                  <a:pt x="4747" y="1739"/>
                  <a:pt x="4732" y="1739"/>
                </a:cubicBezTo>
                <a:cubicBezTo>
                  <a:pt x="4717" y="1739"/>
                  <a:pt x="4668" y="1810"/>
                  <a:pt x="4621" y="1899"/>
                </a:cubicBezTo>
                <a:cubicBezTo>
                  <a:pt x="4522" y="2088"/>
                  <a:pt x="4476" y="2092"/>
                  <a:pt x="4349" y="1926"/>
                </a:cubicBezTo>
                <a:cubicBezTo>
                  <a:pt x="4305" y="1868"/>
                  <a:pt x="4241" y="1801"/>
                  <a:pt x="4209" y="1778"/>
                </a:cubicBezTo>
                <a:cubicBezTo>
                  <a:pt x="4136" y="1724"/>
                  <a:pt x="4131" y="1721"/>
                  <a:pt x="4087" y="1668"/>
                </a:cubicBezTo>
                <a:cubicBezTo>
                  <a:pt x="3926" y="1471"/>
                  <a:pt x="3753" y="1378"/>
                  <a:pt x="3657" y="1439"/>
                </a:cubicBezTo>
                <a:cubicBezTo>
                  <a:pt x="3618" y="1464"/>
                  <a:pt x="3527" y="1496"/>
                  <a:pt x="3454" y="1511"/>
                </a:cubicBezTo>
                <a:cubicBezTo>
                  <a:pt x="3329" y="1536"/>
                  <a:pt x="3127" y="1634"/>
                  <a:pt x="3101" y="1681"/>
                </a:cubicBezTo>
                <a:cubicBezTo>
                  <a:pt x="3082" y="1718"/>
                  <a:pt x="2997" y="1618"/>
                  <a:pt x="2969" y="1525"/>
                </a:cubicBezTo>
                <a:cubicBezTo>
                  <a:pt x="2954" y="1477"/>
                  <a:pt x="2920" y="1395"/>
                  <a:pt x="2893" y="1343"/>
                </a:cubicBezTo>
                <a:cubicBezTo>
                  <a:pt x="2866" y="1291"/>
                  <a:pt x="2816" y="1172"/>
                  <a:pt x="2781" y="1079"/>
                </a:cubicBezTo>
                <a:cubicBezTo>
                  <a:pt x="2746" y="986"/>
                  <a:pt x="2709" y="909"/>
                  <a:pt x="2698" y="909"/>
                </a:cubicBezTo>
                <a:cubicBezTo>
                  <a:pt x="2687" y="908"/>
                  <a:pt x="2650" y="847"/>
                  <a:pt x="2614" y="771"/>
                </a:cubicBezTo>
                <a:cubicBezTo>
                  <a:pt x="2558" y="651"/>
                  <a:pt x="2292" y="314"/>
                  <a:pt x="2128" y="155"/>
                </a:cubicBezTo>
                <a:cubicBezTo>
                  <a:pt x="2095" y="123"/>
                  <a:pt x="2007" y="100"/>
                  <a:pt x="1918" y="100"/>
                </a:cubicBezTo>
                <a:cubicBezTo>
                  <a:pt x="1702" y="100"/>
                  <a:pt x="1578" y="239"/>
                  <a:pt x="1510" y="554"/>
                </a:cubicBezTo>
                <a:cubicBezTo>
                  <a:pt x="1495" y="622"/>
                  <a:pt x="1475" y="692"/>
                  <a:pt x="1465" y="711"/>
                </a:cubicBezTo>
                <a:cubicBezTo>
                  <a:pt x="1455" y="729"/>
                  <a:pt x="1447" y="772"/>
                  <a:pt x="1447" y="807"/>
                </a:cubicBezTo>
                <a:cubicBezTo>
                  <a:pt x="1447" y="842"/>
                  <a:pt x="1438" y="899"/>
                  <a:pt x="1426" y="933"/>
                </a:cubicBezTo>
                <a:cubicBezTo>
                  <a:pt x="1415" y="968"/>
                  <a:pt x="1405" y="1029"/>
                  <a:pt x="1405" y="1071"/>
                </a:cubicBezTo>
                <a:cubicBezTo>
                  <a:pt x="1405" y="1113"/>
                  <a:pt x="1395" y="1159"/>
                  <a:pt x="1383" y="1173"/>
                </a:cubicBezTo>
                <a:cubicBezTo>
                  <a:pt x="1371" y="1187"/>
                  <a:pt x="1363" y="1249"/>
                  <a:pt x="1363" y="1324"/>
                </a:cubicBezTo>
                <a:cubicBezTo>
                  <a:pt x="1363" y="1399"/>
                  <a:pt x="1354" y="1461"/>
                  <a:pt x="1342" y="1475"/>
                </a:cubicBezTo>
                <a:cubicBezTo>
                  <a:pt x="1326" y="1492"/>
                  <a:pt x="1320" y="1561"/>
                  <a:pt x="1320" y="1723"/>
                </a:cubicBezTo>
                <a:cubicBezTo>
                  <a:pt x="1320" y="1885"/>
                  <a:pt x="1315" y="1956"/>
                  <a:pt x="1300" y="1973"/>
                </a:cubicBezTo>
                <a:cubicBezTo>
                  <a:pt x="1286" y="1989"/>
                  <a:pt x="1278" y="2055"/>
                  <a:pt x="1278" y="2160"/>
                </a:cubicBezTo>
                <a:cubicBezTo>
                  <a:pt x="1278" y="2276"/>
                  <a:pt x="1272" y="2320"/>
                  <a:pt x="1257" y="2320"/>
                </a:cubicBezTo>
                <a:cubicBezTo>
                  <a:pt x="1239" y="2320"/>
                  <a:pt x="1237" y="2456"/>
                  <a:pt x="1237" y="3293"/>
                </a:cubicBezTo>
                <a:cubicBezTo>
                  <a:pt x="1237" y="4120"/>
                  <a:pt x="1239" y="4269"/>
                  <a:pt x="1257" y="4289"/>
                </a:cubicBezTo>
                <a:cubicBezTo>
                  <a:pt x="1271" y="4305"/>
                  <a:pt x="1278" y="4371"/>
                  <a:pt x="1278" y="4479"/>
                </a:cubicBezTo>
                <a:cubicBezTo>
                  <a:pt x="1278" y="4570"/>
                  <a:pt x="1288" y="4670"/>
                  <a:pt x="1300" y="4704"/>
                </a:cubicBezTo>
                <a:cubicBezTo>
                  <a:pt x="1314" y="4748"/>
                  <a:pt x="1320" y="4854"/>
                  <a:pt x="1320" y="5056"/>
                </a:cubicBezTo>
                <a:cubicBezTo>
                  <a:pt x="1320" y="5275"/>
                  <a:pt x="1326" y="5352"/>
                  <a:pt x="1342" y="5370"/>
                </a:cubicBezTo>
                <a:cubicBezTo>
                  <a:pt x="1353" y="5383"/>
                  <a:pt x="1363" y="5441"/>
                  <a:pt x="1363" y="5496"/>
                </a:cubicBezTo>
                <a:cubicBezTo>
                  <a:pt x="1363" y="5551"/>
                  <a:pt x="1371" y="5616"/>
                  <a:pt x="1382" y="5642"/>
                </a:cubicBezTo>
                <a:cubicBezTo>
                  <a:pt x="1392" y="5668"/>
                  <a:pt x="1405" y="5766"/>
                  <a:pt x="1410" y="5857"/>
                </a:cubicBezTo>
                <a:cubicBezTo>
                  <a:pt x="1415" y="5948"/>
                  <a:pt x="1425" y="6022"/>
                  <a:pt x="1433" y="6022"/>
                </a:cubicBezTo>
                <a:cubicBezTo>
                  <a:pt x="1440" y="6022"/>
                  <a:pt x="1447" y="6069"/>
                  <a:pt x="1447" y="6126"/>
                </a:cubicBezTo>
                <a:cubicBezTo>
                  <a:pt x="1447" y="6192"/>
                  <a:pt x="1454" y="6228"/>
                  <a:pt x="1468" y="6228"/>
                </a:cubicBezTo>
                <a:cubicBezTo>
                  <a:pt x="1480" y="6228"/>
                  <a:pt x="1494" y="6281"/>
                  <a:pt x="1499" y="6355"/>
                </a:cubicBezTo>
                <a:cubicBezTo>
                  <a:pt x="1503" y="6423"/>
                  <a:pt x="1512" y="6478"/>
                  <a:pt x="1519" y="6478"/>
                </a:cubicBezTo>
                <a:cubicBezTo>
                  <a:pt x="1526" y="6478"/>
                  <a:pt x="1531" y="6515"/>
                  <a:pt x="1531" y="6561"/>
                </a:cubicBezTo>
                <a:cubicBezTo>
                  <a:pt x="1531" y="6607"/>
                  <a:pt x="1538" y="6646"/>
                  <a:pt x="1545" y="6646"/>
                </a:cubicBezTo>
                <a:cubicBezTo>
                  <a:pt x="1552" y="6646"/>
                  <a:pt x="1565" y="6682"/>
                  <a:pt x="1574" y="6729"/>
                </a:cubicBezTo>
                <a:cubicBezTo>
                  <a:pt x="1588" y="6806"/>
                  <a:pt x="1586" y="6812"/>
                  <a:pt x="1550" y="6786"/>
                </a:cubicBezTo>
                <a:cubicBezTo>
                  <a:pt x="1528" y="6771"/>
                  <a:pt x="1442" y="6750"/>
                  <a:pt x="1358" y="6740"/>
                </a:cubicBezTo>
                <a:cubicBezTo>
                  <a:pt x="1225" y="6723"/>
                  <a:pt x="1197" y="6731"/>
                  <a:pt x="1130" y="6811"/>
                </a:cubicBezTo>
                <a:cubicBezTo>
                  <a:pt x="1088" y="6862"/>
                  <a:pt x="1054" y="6930"/>
                  <a:pt x="1054" y="6960"/>
                </a:cubicBezTo>
                <a:cubicBezTo>
                  <a:pt x="1054" y="7048"/>
                  <a:pt x="1176" y="7134"/>
                  <a:pt x="1334" y="7160"/>
                </a:cubicBezTo>
                <a:cubicBezTo>
                  <a:pt x="1415" y="7174"/>
                  <a:pt x="1494" y="7195"/>
                  <a:pt x="1510" y="7204"/>
                </a:cubicBezTo>
                <a:cubicBezTo>
                  <a:pt x="1571" y="7244"/>
                  <a:pt x="1706" y="7355"/>
                  <a:pt x="1711" y="7372"/>
                </a:cubicBezTo>
                <a:cubicBezTo>
                  <a:pt x="1718" y="7393"/>
                  <a:pt x="1718" y="7396"/>
                  <a:pt x="1563" y="7521"/>
                </a:cubicBezTo>
                <a:cubicBezTo>
                  <a:pt x="1499" y="7572"/>
                  <a:pt x="1447" y="7630"/>
                  <a:pt x="1447" y="7650"/>
                </a:cubicBezTo>
                <a:cubicBezTo>
                  <a:pt x="1447" y="7670"/>
                  <a:pt x="1436" y="7685"/>
                  <a:pt x="1422" y="7686"/>
                </a:cubicBezTo>
                <a:cubicBezTo>
                  <a:pt x="1387" y="7688"/>
                  <a:pt x="1180" y="8002"/>
                  <a:pt x="1180" y="8054"/>
                </a:cubicBezTo>
                <a:cubicBezTo>
                  <a:pt x="1180" y="8072"/>
                  <a:pt x="1192" y="8120"/>
                  <a:pt x="1208" y="8162"/>
                </a:cubicBezTo>
                <a:cubicBezTo>
                  <a:pt x="1223" y="8203"/>
                  <a:pt x="1237" y="8263"/>
                  <a:pt x="1237" y="8294"/>
                </a:cubicBezTo>
                <a:cubicBezTo>
                  <a:pt x="1237" y="8324"/>
                  <a:pt x="1257" y="8377"/>
                  <a:pt x="1281" y="8415"/>
                </a:cubicBezTo>
                <a:cubicBezTo>
                  <a:pt x="1344" y="8511"/>
                  <a:pt x="1445" y="8470"/>
                  <a:pt x="1521" y="8316"/>
                </a:cubicBezTo>
                <a:cubicBezTo>
                  <a:pt x="1629" y="8095"/>
                  <a:pt x="1798" y="7908"/>
                  <a:pt x="1798" y="8008"/>
                </a:cubicBezTo>
                <a:cubicBezTo>
                  <a:pt x="1798" y="8031"/>
                  <a:pt x="1768" y="8090"/>
                  <a:pt x="1731" y="8140"/>
                </a:cubicBezTo>
                <a:cubicBezTo>
                  <a:pt x="1620" y="8290"/>
                  <a:pt x="1553" y="8407"/>
                  <a:pt x="1510" y="8527"/>
                </a:cubicBezTo>
                <a:cubicBezTo>
                  <a:pt x="1487" y="8591"/>
                  <a:pt x="1457" y="8652"/>
                  <a:pt x="1444" y="8665"/>
                </a:cubicBezTo>
                <a:cubicBezTo>
                  <a:pt x="1430" y="8678"/>
                  <a:pt x="1419" y="8713"/>
                  <a:pt x="1419" y="8742"/>
                </a:cubicBezTo>
                <a:cubicBezTo>
                  <a:pt x="1419" y="8771"/>
                  <a:pt x="1406" y="8827"/>
                  <a:pt x="1391" y="8869"/>
                </a:cubicBezTo>
                <a:cubicBezTo>
                  <a:pt x="1367" y="8931"/>
                  <a:pt x="1363" y="8998"/>
                  <a:pt x="1363" y="9265"/>
                </a:cubicBezTo>
                <a:cubicBezTo>
                  <a:pt x="1363" y="9532"/>
                  <a:pt x="1367" y="9598"/>
                  <a:pt x="1391" y="9661"/>
                </a:cubicBezTo>
                <a:cubicBezTo>
                  <a:pt x="1406" y="9702"/>
                  <a:pt x="1419" y="9766"/>
                  <a:pt x="1419" y="9806"/>
                </a:cubicBezTo>
                <a:cubicBezTo>
                  <a:pt x="1419" y="9892"/>
                  <a:pt x="1485" y="9971"/>
                  <a:pt x="1557" y="9971"/>
                </a:cubicBezTo>
                <a:cubicBezTo>
                  <a:pt x="1620" y="9971"/>
                  <a:pt x="1722" y="9828"/>
                  <a:pt x="1753" y="9694"/>
                </a:cubicBezTo>
                <a:cubicBezTo>
                  <a:pt x="1766" y="9637"/>
                  <a:pt x="1814" y="9476"/>
                  <a:pt x="1859" y="9336"/>
                </a:cubicBezTo>
                <a:lnTo>
                  <a:pt x="1942" y="9080"/>
                </a:lnTo>
                <a:lnTo>
                  <a:pt x="1975" y="9204"/>
                </a:lnTo>
                <a:cubicBezTo>
                  <a:pt x="1994" y="9272"/>
                  <a:pt x="2009" y="9341"/>
                  <a:pt x="2009" y="9358"/>
                </a:cubicBezTo>
                <a:cubicBezTo>
                  <a:pt x="2009" y="9375"/>
                  <a:pt x="2017" y="9388"/>
                  <a:pt x="2026" y="9388"/>
                </a:cubicBezTo>
                <a:cubicBezTo>
                  <a:pt x="2036" y="9388"/>
                  <a:pt x="2068" y="9448"/>
                  <a:pt x="2097" y="9518"/>
                </a:cubicBezTo>
                <a:cubicBezTo>
                  <a:pt x="2126" y="9588"/>
                  <a:pt x="2166" y="9655"/>
                  <a:pt x="2187" y="9666"/>
                </a:cubicBezTo>
                <a:cubicBezTo>
                  <a:pt x="2208" y="9678"/>
                  <a:pt x="2230" y="9704"/>
                  <a:pt x="2234" y="9727"/>
                </a:cubicBezTo>
                <a:cubicBezTo>
                  <a:pt x="2247" y="9784"/>
                  <a:pt x="2499" y="10053"/>
                  <a:pt x="2542" y="10054"/>
                </a:cubicBezTo>
                <a:cubicBezTo>
                  <a:pt x="2561" y="10054"/>
                  <a:pt x="2595" y="10083"/>
                  <a:pt x="2617" y="10117"/>
                </a:cubicBezTo>
                <a:cubicBezTo>
                  <a:pt x="2639" y="10151"/>
                  <a:pt x="2670" y="10180"/>
                  <a:pt x="2686" y="10180"/>
                </a:cubicBezTo>
                <a:cubicBezTo>
                  <a:pt x="2719" y="10180"/>
                  <a:pt x="2809" y="10333"/>
                  <a:pt x="2809" y="10390"/>
                </a:cubicBezTo>
                <a:cubicBezTo>
                  <a:pt x="2809" y="10411"/>
                  <a:pt x="2800" y="10428"/>
                  <a:pt x="2789" y="10428"/>
                </a:cubicBezTo>
                <a:cubicBezTo>
                  <a:pt x="2764" y="10428"/>
                  <a:pt x="2753" y="10519"/>
                  <a:pt x="2753" y="10722"/>
                </a:cubicBezTo>
                <a:cubicBezTo>
                  <a:pt x="2753" y="10812"/>
                  <a:pt x="2747" y="10887"/>
                  <a:pt x="2739" y="10887"/>
                </a:cubicBezTo>
                <a:cubicBezTo>
                  <a:pt x="2731" y="10887"/>
                  <a:pt x="2725" y="10948"/>
                  <a:pt x="2725" y="11025"/>
                </a:cubicBezTo>
                <a:cubicBezTo>
                  <a:pt x="2725" y="11111"/>
                  <a:pt x="2714" y="11193"/>
                  <a:pt x="2696" y="11239"/>
                </a:cubicBezTo>
                <a:cubicBezTo>
                  <a:pt x="2681" y="11281"/>
                  <a:pt x="2668" y="11367"/>
                  <a:pt x="2668" y="11429"/>
                </a:cubicBezTo>
                <a:cubicBezTo>
                  <a:pt x="2668" y="11492"/>
                  <a:pt x="2660" y="11554"/>
                  <a:pt x="2648" y="11567"/>
                </a:cubicBezTo>
                <a:cubicBezTo>
                  <a:pt x="2636" y="11580"/>
                  <a:pt x="2627" y="11639"/>
                  <a:pt x="2627" y="11699"/>
                </a:cubicBezTo>
                <a:cubicBezTo>
                  <a:pt x="2627" y="11758"/>
                  <a:pt x="2617" y="11835"/>
                  <a:pt x="2605" y="11869"/>
                </a:cubicBezTo>
                <a:cubicBezTo>
                  <a:pt x="2594" y="11904"/>
                  <a:pt x="2585" y="11994"/>
                  <a:pt x="2585" y="12070"/>
                </a:cubicBezTo>
                <a:cubicBezTo>
                  <a:pt x="2585" y="12154"/>
                  <a:pt x="2576" y="12218"/>
                  <a:pt x="2563" y="12232"/>
                </a:cubicBezTo>
                <a:cubicBezTo>
                  <a:pt x="2546" y="12252"/>
                  <a:pt x="2542" y="12349"/>
                  <a:pt x="2542" y="12755"/>
                </a:cubicBezTo>
                <a:cubicBezTo>
                  <a:pt x="2542" y="13155"/>
                  <a:pt x="2538" y="13256"/>
                  <a:pt x="2523" y="13256"/>
                </a:cubicBezTo>
                <a:cubicBezTo>
                  <a:pt x="2500" y="13256"/>
                  <a:pt x="2486" y="13345"/>
                  <a:pt x="2486" y="13487"/>
                </a:cubicBezTo>
                <a:cubicBezTo>
                  <a:pt x="2486" y="13541"/>
                  <a:pt x="2480" y="13596"/>
                  <a:pt x="2472" y="13610"/>
                </a:cubicBezTo>
                <a:cubicBezTo>
                  <a:pt x="2465" y="13624"/>
                  <a:pt x="2458" y="13661"/>
                  <a:pt x="2458" y="13693"/>
                </a:cubicBezTo>
                <a:cubicBezTo>
                  <a:pt x="2458" y="13724"/>
                  <a:pt x="2439" y="13810"/>
                  <a:pt x="2416" y="13885"/>
                </a:cubicBezTo>
                <a:cubicBezTo>
                  <a:pt x="2390" y="13967"/>
                  <a:pt x="2374" y="14068"/>
                  <a:pt x="2374" y="14136"/>
                </a:cubicBezTo>
                <a:cubicBezTo>
                  <a:pt x="2374" y="14198"/>
                  <a:pt x="2365" y="14266"/>
                  <a:pt x="2354" y="14284"/>
                </a:cubicBezTo>
                <a:cubicBezTo>
                  <a:pt x="2343" y="14304"/>
                  <a:pt x="2332" y="14417"/>
                  <a:pt x="2328" y="14562"/>
                </a:cubicBezTo>
                <a:cubicBezTo>
                  <a:pt x="2324" y="14731"/>
                  <a:pt x="2315" y="14816"/>
                  <a:pt x="2299" y="14843"/>
                </a:cubicBezTo>
                <a:cubicBezTo>
                  <a:pt x="2266" y="14896"/>
                  <a:pt x="2269" y="15110"/>
                  <a:pt x="2303" y="15211"/>
                </a:cubicBezTo>
                <a:cubicBezTo>
                  <a:pt x="2320" y="15261"/>
                  <a:pt x="2332" y="15349"/>
                  <a:pt x="2332" y="15434"/>
                </a:cubicBezTo>
                <a:cubicBezTo>
                  <a:pt x="2332" y="15511"/>
                  <a:pt x="2341" y="15598"/>
                  <a:pt x="2352" y="15626"/>
                </a:cubicBezTo>
                <a:cubicBezTo>
                  <a:pt x="2364" y="15655"/>
                  <a:pt x="2374" y="15731"/>
                  <a:pt x="2374" y="15797"/>
                </a:cubicBezTo>
                <a:cubicBezTo>
                  <a:pt x="2374" y="15863"/>
                  <a:pt x="2380" y="15918"/>
                  <a:pt x="2388" y="15918"/>
                </a:cubicBezTo>
                <a:cubicBezTo>
                  <a:pt x="2396" y="15918"/>
                  <a:pt x="2402" y="15953"/>
                  <a:pt x="2402" y="15998"/>
                </a:cubicBezTo>
                <a:cubicBezTo>
                  <a:pt x="2402" y="16042"/>
                  <a:pt x="2413" y="16103"/>
                  <a:pt x="2427" y="16133"/>
                </a:cubicBezTo>
                <a:cubicBezTo>
                  <a:pt x="2440" y="16162"/>
                  <a:pt x="2462" y="16248"/>
                  <a:pt x="2476" y="16322"/>
                </a:cubicBezTo>
                <a:cubicBezTo>
                  <a:pt x="2506" y="16480"/>
                  <a:pt x="2505" y="16482"/>
                  <a:pt x="2380" y="16515"/>
                </a:cubicBezTo>
                <a:cubicBezTo>
                  <a:pt x="2263" y="16546"/>
                  <a:pt x="2116" y="16767"/>
                  <a:pt x="2110" y="16922"/>
                </a:cubicBezTo>
                <a:cubicBezTo>
                  <a:pt x="2108" y="16983"/>
                  <a:pt x="2098" y="17052"/>
                  <a:pt x="2089" y="17073"/>
                </a:cubicBezTo>
                <a:cubicBezTo>
                  <a:pt x="2079" y="17095"/>
                  <a:pt x="1836" y="17127"/>
                  <a:pt x="1539" y="17145"/>
                </a:cubicBezTo>
                <a:cubicBezTo>
                  <a:pt x="943" y="17180"/>
                  <a:pt x="946" y="17179"/>
                  <a:pt x="757" y="17247"/>
                </a:cubicBezTo>
                <a:cubicBezTo>
                  <a:pt x="573" y="17312"/>
                  <a:pt x="408" y="17514"/>
                  <a:pt x="408" y="17676"/>
                </a:cubicBezTo>
                <a:cubicBezTo>
                  <a:pt x="408" y="17716"/>
                  <a:pt x="399" y="17759"/>
                  <a:pt x="387" y="17772"/>
                </a:cubicBezTo>
                <a:cubicBezTo>
                  <a:pt x="361" y="17802"/>
                  <a:pt x="323" y="18021"/>
                  <a:pt x="323" y="18146"/>
                </a:cubicBezTo>
                <a:cubicBezTo>
                  <a:pt x="323" y="18199"/>
                  <a:pt x="311" y="18261"/>
                  <a:pt x="295" y="18286"/>
                </a:cubicBezTo>
                <a:cubicBezTo>
                  <a:pt x="280" y="18311"/>
                  <a:pt x="267" y="18356"/>
                  <a:pt x="267" y="18385"/>
                </a:cubicBezTo>
                <a:cubicBezTo>
                  <a:pt x="267" y="18415"/>
                  <a:pt x="252" y="18465"/>
                  <a:pt x="233" y="18495"/>
                </a:cubicBezTo>
                <a:cubicBezTo>
                  <a:pt x="214" y="18525"/>
                  <a:pt x="181" y="18622"/>
                  <a:pt x="161" y="18710"/>
                </a:cubicBezTo>
                <a:cubicBezTo>
                  <a:pt x="140" y="18798"/>
                  <a:pt x="118" y="18869"/>
                  <a:pt x="111" y="18869"/>
                </a:cubicBezTo>
                <a:cubicBezTo>
                  <a:pt x="105" y="18869"/>
                  <a:pt x="99" y="18908"/>
                  <a:pt x="99" y="18955"/>
                </a:cubicBezTo>
                <a:cubicBezTo>
                  <a:pt x="99" y="19001"/>
                  <a:pt x="89" y="19049"/>
                  <a:pt x="78" y="19062"/>
                </a:cubicBezTo>
                <a:cubicBezTo>
                  <a:pt x="66" y="19075"/>
                  <a:pt x="57" y="19123"/>
                  <a:pt x="57" y="19166"/>
                </a:cubicBezTo>
                <a:cubicBezTo>
                  <a:pt x="57" y="19210"/>
                  <a:pt x="48" y="19243"/>
                  <a:pt x="37" y="19243"/>
                </a:cubicBezTo>
                <a:cubicBezTo>
                  <a:pt x="15" y="19243"/>
                  <a:pt x="2" y="19338"/>
                  <a:pt x="0" y="19447"/>
                </a:cubicBezTo>
                <a:cubicBezTo>
                  <a:pt x="-2" y="19556"/>
                  <a:pt x="7" y="19681"/>
                  <a:pt x="29" y="19744"/>
                </a:cubicBezTo>
                <a:cubicBezTo>
                  <a:pt x="63" y="19847"/>
                  <a:pt x="70" y="20283"/>
                  <a:pt x="37" y="20283"/>
                </a:cubicBezTo>
                <a:cubicBezTo>
                  <a:pt x="15" y="20283"/>
                  <a:pt x="2" y="20378"/>
                  <a:pt x="0" y="20487"/>
                </a:cubicBezTo>
                <a:cubicBezTo>
                  <a:pt x="-2" y="20596"/>
                  <a:pt x="7" y="20718"/>
                  <a:pt x="29" y="20781"/>
                </a:cubicBezTo>
                <a:cubicBezTo>
                  <a:pt x="44" y="20827"/>
                  <a:pt x="57" y="20892"/>
                  <a:pt x="57" y="20924"/>
                </a:cubicBezTo>
                <a:cubicBezTo>
                  <a:pt x="57" y="20984"/>
                  <a:pt x="111" y="21071"/>
                  <a:pt x="197" y="21149"/>
                </a:cubicBezTo>
                <a:cubicBezTo>
                  <a:pt x="241" y="21190"/>
                  <a:pt x="360" y="21241"/>
                  <a:pt x="569" y="21306"/>
                </a:cubicBezTo>
                <a:cubicBezTo>
                  <a:pt x="659" y="21334"/>
                  <a:pt x="1451" y="21390"/>
                  <a:pt x="2500" y="21447"/>
                </a:cubicBezTo>
                <a:cubicBezTo>
                  <a:pt x="3315" y="21490"/>
                  <a:pt x="4824" y="21456"/>
                  <a:pt x="6024" y="21367"/>
                </a:cubicBezTo>
                <a:cubicBezTo>
                  <a:pt x="6601" y="21324"/>
                  <a:pt x="6687" y="21309"/>
                  <a:pt x="6972" y="21193"/>
                </a:cubicBezTo>
                <a:cubicBezTo>
                  <a:pt x="7228" y="21090"/>
                  <a:pt x="7195" y="21091"/>
                  <a:pt x="7296" y="21174"/>
                </a:cubicBezTo>
                <a:cubicBezTo>
                  <a:pt x="7430" y="21285"/>
                  <a:pt x="7708" y="21357"/>
                  <a:pt x="8025" y="21361"/>
                </a:cubicBezTo>
                <a:cubicBezTo>
                  <a:pt x="8187" y="21363"/>
                  <a:pt x="8339" y="21383"/>
                  <a:pt x="8362" y="21405"/>
                </a:cubicBezTo>
                <a:cubicBezTo>
                  <a:pt x="8401" y="21442"/>
                  <a:pt x="8816" y="21464"/>
                  <a:pt x="11093" y="21554"/>
                </a:cubicBezTo>
                <a:cubicBezTo>
                  <a:pt x="11490" y="21569"/>
                  <a:pt x="11723" y="21565"/>
                  <a:pt x="11760" y="21537"/>
                </a:cubicBezTo>
                <a:cubicBezTo>
                  <a:pt x="11793" y="21513"/>
                  <a:pt x="12107" y="21483"/>
                  <a:pt x="12484" y="21469"/>
                </a:cubicBezTo>
                <a:cubicBezTo>
                  <a:pt x="12851" y="21455"/>
                  <a:pt x="13177" y="21426"/>
                  <a:pt x="13208" y="21405"/>
                </a:cubicBezTo>
                <a:cubicBezTo>
                  <a:pt x="13239" y="21385"/>
                  <a:pt x="13403" y="21358"/>
                  <a:pt x="13573" y="21345"/>
                </a:cubicBezTo>
                <a:cubicBezTo>
                  <a:pt x="13971" y="21314"/>
                  <a:pt x="14079" y="21293"/>
                  <a:pt x="14230" y="21218"/>
                </a:cubicBezTo>
                <a:cubicBezTo>
                  <a:pt x="14338" y="21164"/>
                  <a:pt x="14363" y="21165"/>
                  <a:pt x="14440" y="21218"/>
                </a:cubicBezTo>
                <a:cubicBezTo>
                  <a:pt x="14550" y="21295"/>
                  <a:pt x="14801" y="21358"/>
                  <a:pt x="15016" y="21364"/>
                </a:cubicBezTo>
                <a:cubicBezTo>
                  <a:pt x="15107" y="21366"/>
                  <a:pt x="15198" y="21386"/>
                  <a:pt x="15218" y="21408"/>
                </a:cubicBezTo>
                <a:cubicBezTo>
                  <a:pt x="15237" y="21430"/>
                  <a:pt x="15361" y="21448"/>
                  <a:pt x="15493" y="21449"/>
                </a:cubicBezTo>
                <a:cubicBezTo>
                  <a:pt x="15626" y="21451"/>
                  <a:pt x="15833" y="21475"/>
                  <a:pt x="15952" y="21499"/>
                </a:cubicBezTo>
                <a:cubicBezTo>
                  <a:pt x="16072" y="21523"/>
                  <a:pt x="16395" y="21553"/>
                  <a:pt x="16669" y="21568"/>
                </a:cubicBezTo>
                <a:cubicBezTo>
                  <a:pt x="17036" y="21587"/>
                  <a:pt x="17714" y="21598"/>
                  <a:pt x="18347" y="21598"/>
                </a:cubicBezTo>
                <a:cubicBezTo>
                  <a:pt x="18980" y="21598"/>
                  <a:pt x="19568" y="21590"/>
                  <a:pt x="19758" y="21570"/>
                </a:cubicBezTo>
                <a:cubicBezTo>
                  <a:pt x="19940" y="21552"/>
                  <a:pt x="20287" y="21517"/>
                  <a:pt x="20529" y="21493"/>
                </a:cubicBezTo>
                <a:cubicBezTo>
                  <a:pt x="20772" y="21470"/>
                  <a:pt x="20990" y="21433"/>
                  <a:pt x="21014" y="21411"/>
                </a:cubicBezTo>
                <a:cubicBezTo>
                  <a:pt x="21038" y="21389"/>
                  <a:pt x="21117" y="21356"/>
                  <a:pt x="21190" y="21342"/>
                </a:cubicBezTo>
                <a:cubicBezTo>
                  <a:pt x="21263" y="21328"/>
                  <a:pt x="21355" y="21300"/>
                  <a:pt x="21393" y="21279"/>
                </a:cubicBezTo>
                <a:cubicBezTo>
                  <a:pt x="21463" y="21239"/>
                  <a:pt x="21556" y="21097"/>
                  <a:pt x="21556" y="21028"/>
                </a:cubicBezTo>
                <a:cubicBezTo>
                  <a:pt x="21556" y="21007"/>
                  <a:pt x="21565" y="20990"/>
                  <a:pt x="21577" y="20990"/>
                </a:cubicBezTo>
                <a:cubicBezTo>
                  <a:pt x="21595" y="20990"/>
                  <a:pt x="21598" y="20865"/>
                  <a:pt x="21598" y="20115"/>
                </a:cubicBezTo>
                <a:cubicBezTo>
                  <a:pt x="21598" y="19376"/>
                  <a:pt x="21594" y="19239"/>
                  <a:pt x="21577" y="19219"/>
                </a:cubicBezTo>
                <a:cubicBezTo>
                  <a:pt x="21565" y="19205"/>
                  <a:pt x="21556" y="19161"/>
                  <a:pt x="21556" y="19122"/>
                </a:cubicBezTo>
                <a:cubicBezTo>
                  <a:pt x="21556" y="19084"/>
                  <a:pt x="21537" y="19008"/>
                  <a:pt x="21514" y="18952"/>
                </a:cubicBezTo>
                <a:cubicBezTo>
                  <a:pt x="21492" y="18896"/>
                  <a:pt x="21473" y="18828"/>
                  <a:pt x="21473" y="18803"/>
                </a:cubicBezTo>
                <a:cubicBezTo>
                  <a:pt x="21472" y="18746"/>
                  <a:pt x="21376" y="18454"/>
                  <a:pt x="21358" y="18454"/>
                </a:cubicBezTo>
                <a:cubicBezTo>
                  <a:pt x="21351" y="18454"/>
                  <a:pt x="21345" y="18398"/>
                  <a:pt x="21345" y="18330"/>
                </a:cubicBezTo>
                <a:cubicBezTo>
                  <a:pt x="21345" y="18249"/>
                  <a:pt x="21336" y="18192"/>
                  <a:pt x="21317" y="18162"/>
                </a:cubicBezTo>
                <a:cubicBezTo>
                  <a:pt x="21302" y="18138"/>
                  <a:pt x="21289" y="18090"/>
                  <a:pt x="21289" y="18055"/>
                </a:cubicBezTo>
                <a:cubicBezTo>
                  <a:pt x="21289" y="18020"/>
                  <a:pt x="21270" y="17933"/>
                  <a:pt x="21247" y="17860"/>
                </a:cubicBezTo>
                <a:cubicBezTo>
                  <a:pt x="21224" y="17787"/>
                  <a:pt x="21205" y="17707"/>
                  <a:pt x="21205" y="17684"/>
                </a:cubicBezTo>
                <a:cubicBezTo>
                  <a:pt x="21205" y="17631"/>
                  <a:pt x="21164" y="17524"/>
                  <a:pt x="21127" y="17480"/>
                </a:cubicBezTo>
                <a:cubicBezTo>
                  <a:pt x="21017" y="17351"/>
                  <a:pt x="20976" y="17340"/>
                  <a:pt x="20264" y="17227"/>
                </a:cubicBezTo>
                <a:cubicBezTo>
                  <a:pt x="20183" y="17214"/>
                  <a:pt x="20097" y="17198"/>
                  <a:pt x="20074" y="17192"/>
                </a:cubicBezTo>
                <a:cubicBezTo>
                  <a:pt x="20051" y="17185"/>
                  <a:pt x="19885" y="17177"/>
                  <a:pt x="19705" y="17172"/>
                </a:cubicBezTo>
                <a:cubicBezTo>
                  <a:pt x="19499" y="17167"/>
                  <a:pt x="19379" y="17149"/>
                  <a:pt x="19379" y="17123"/>
                </a:cubicBezTo>
                <a:cubicBezTo>
                  <a:pt x="19379" y="17100"/>
                  <a:pt x="19393" y="17082"/>
                  <a:pt x="19411" y="17081"/>
                </a:cubicBezTo>
                <a:cubicBezTo>
                  <a:pt x="19428" y="17081"/>
                  <a:pt x="19454" y="17052"/>
                  <a:pt x="19469" y="17018"/>
                </a:cubicBezTo>
                <a:cubicBezTo>
                  <a:pt x="19484" y="16985"/>
                  <a:pt x="19508" y="16958"/>
                  <a:pt x="19520" y="16958"/>
                </a:cubicBezTo>
                <a:cubicBezTo>
                  <a:pt x="19533" y="16958"/>
                  <a:pt x="19555" y="16918"/>
                  <a:pt x="19569" y="16872"/>
                </a:cubicBezTo>
                <a:cubicBezTo>
                  <a:pt x="19583" y="16827"/>
                  <a:pt x="19605" y="16790"/>
                  <a:pt x="19619" y="16790"/>
                </a:cubicBezTo>
                <a:cubicBezTo>
                  <a:pt x="19660" y="16790"/>
                  <a:pt x="19983" y="15869"/>
                  <a:pt x="19983" y="15750"/>
                </a:cubicBezTo>
                <a:cubicBezTo>
                  <a:pt x="19983" y="15727"/>
                  <a:pt x="19992" y="15709"/>
                  <a:pt x="20003" y="15709"/>
                </a:cubicBezTo>
                <a:cubicBezTo>
                  <a:pt x="20021" y="15709"/>
                  <a:pt x="20068" y="15496"/>
                  <a:pt x="20068" y="15412"/>
                </a:cubicBezTo>
                <a:cubicBezTo>
                  <a:pt x="20068" y="15393"/>
                  <a:pt x="20080" y="15339"/>
                  <a:pt x="20096" y="15294"/>
                </a:cubicBezTo>
                <a:cubicBezTo>
                  <a:pt x="20111" y="15248"/>
                  <a:pt x="20123" y="15172"/>
                  <a:pt x="20123" y="15126"/>
                </a:cubicBezTo>
                <a:cubicBezTo>
                  <a:pt x="20123" y="15079"/>
                  <a:pt x="20133" y="15032"/>
                  <a:pt x="20145" y="15019"/>
                </a:cubicBezTo>
                <a:cubicBezTo>
                  <a:pt x="20156" y="15005"/>
                  <a:pt x="20165" y="14959"/>
                  <a:pt x="20165" y="14917"/>
                </a:cubicBezTo>
                <a:cubicBezTo>
                  <a:pt x="20165" y="14875"/>
                  <a:pt x="20171" y="14829"/>
                  <a:pt x="20179" y="14815"/>
                </a:cubicBezTo>
                <a:cubicBezTo>
                  <a:pt x="20187" y="14801"/>
                  <a:pt x="20194" y="14744"/>
                  <a:pt x="20194" y="14689"/>
                </a:cubicBezTo>
                <a:cubicBezTo>
                  <a:pt x="20194" y="14633"/>
                  <a:pt x="20206" y="14550"/>
                  <a:pt x="20222" y="14504"/>
                </a:cubicBezTo>
                <a:cubicBezTo>
                  <a:pt x="20241" y="14448"/>
                  <a:pt x="20250" y="14363"/>
                  <a:pt x="20251" y="14243"/>
                </a:cubicBezTo>
                <a:cubicBezTo>
                  <a:pt x="20251" y="14146"/>
                  <a:pt x="20260" y="14032"/>
                  <a:pt x="20271" y="13987"/>
                </a:cubicBezTo>
                <a:cubicBezTo>
                  <a:pt x="20288" y="13921"/>
                  <a:pt x="20292" y="13696"/>
                  <a:pt x="20292" y="12711"/>
                </a:cubicBezTo>
                <a:cubicBezTo>
                  <a:pt x="20292" y="11688"/>
                  <a:pt x="20295" y="11516"/>
                  <a:pt x="20313" y="11495"/>
                </a:cubicBezTo>
                <a:cubicBezTo>
                  <a:pt x="20344" y="11460"/>
                  <a:pt x="20345" y="10397"/>
                  <a:pt x="20314" y="10362"/>
                </a:cubicBezTo>
                <a:cubicBezTo>
                  <a:pt x="20303" y="10349"/>
                  <a:pt x="20290" y="10305"/>
                  <a:pt x="20285" y="10263"/>
                </a:cubicBezTo>
                <a:cubicBezTo>
                  <a:pt x="20266" y="10082"/>
                  <a:pt x="20050" y="9996"/>
                  <a:pt x="19903" y="10112"/>
                </a:cubicBezTo>
                <a:cubicBezTo>
                  <a:pt x="19829" y="10170"/>
                  <a:pt x="19730" y="10413"/>
                  <a:pt x="19730" y="10535"/>
                </a:cubicBezTo>
                <a:cubicBezTo>
                  <a:pt x="19730" y="10568"/>
                  <a:pt x="19721" y="10596"/>
                  <a:pt x="19709" y="10596"/>
                </a:cubicBezTo>
                <a:cubicBezTo>
                  <a:pt x="19694" y="10596"/>
                  <a:pt x="19689" y="10640"/>
                  <a:pt x="19689" y="10755"/>
                </a:cubicBezTo>
                <a:cubicBezTo>
                  <a:pt x="19689" y="10848"/>
                  <a:pt x="19679" y="10940"/>
                  <a:pt x="19667" y="10970"/>
                </a:cubicBezTo>
                <a:cubicBezTo>
                  <a:pt x="19656" y="10998"/>
                  <a:pt x="19646" y="11066"/>
                  <a:pt x="19646" y="11121"/>
                </a:cubicBezTo>
                <a:cubicBezTo>
                  <a:pt x="19646" y="11176"/>
                  <a:pt x="19637" y="11232"/>
                  <a:pt x="19625" y="11245"/>
                </a:cubicBezTo>
                <a:cubicBezTo>
                  <a:pt x="19611" y="11262"/>
                  <a:pt x="19604" y="11330"/>
                  <a:pt x="19604" y="11468"/>
                </a:cubicBezTo>
                <a:cubicBezTo>
                  <a:pt x="19604" y="11593"/>
                  <a:pt x="19596" y="11685"/>
                  <a:pt x="19583" y="11718"/>
                </a:cubicBezTo>
                <a:cubicBezTo>
                  <a:pt x="19566" y="11760"/>
                  <a:pt x="19562" y="11889"/>
                  <a:pt x="19562" y="12389"/>
                </a:cubicBezTo>
                <a:cubicBezTo>
                  <a:pt x="19562" y="12902"/>
                  <a:pt x="19558" y="13013"/>
                  <a:pt x="19541" y="13033"/>
                </a:cubicBezTo>
                <a:cubicBezTo>
                  <a:pt x="19526" y="13049"/>
                  <a:pt x="19519" y="13117"/>
                  <a:pt x="19519" y="13258"/>
                </a:cubicBezTo>
                <a:cubicBezTo>
                  <a:pt x="19519" y="13418"/>
                  <a:pt x="19514" y="13471"/>
                  <a:pt x="19492" y="13506"/>
                </a:cubicBezTo>
                <a:cubicBezTo>
                  <a:pt x="19469" y="13542"/>
                  <a:pt x="19464" y="13593"/>
                  <a:pt x="19464" y="13775"/>
                </a:cubicBezTo>
                <a:cubicBezTo>
                  <a:pt x="19464" y="13899"/>
                  <a:pt x="19458" y="14012"/>
                  <a:pt x="19450" y="14026"/>
                </a:cubicBezTo>
                <a:cubicBezTo>
                  <a:pt x="19442" y="14040"/>
                  <a:pt x="19435" y="14097"/>
                  <a:pt x="19435" y="14152"/>
                </a:cubicBezTo>
                <a:cubicBezTo>
                  <a:pt x="19435" y="14210"/>
                  <a:pt x="19423" y="14270"/>
                  <a:pt x="19407" y="14295"/>
                </a:cubicBezTo>
                <a:cubicBezTo>
                  <a:pt x="19390" y="14321"/>
                  <a:pt x="19379" y="14383"/>
                  <a:pt x="19379" y="14444"/>
                </a:cubicBezTo>
                <a:cubicBezTo>
                  <a:pt x="19379" y="14501"/>
                  <a:pt x="19369" y="14560"/>
                  <a:pt x="19358" y="14573"/>
                </a:cubicBezTo>
                <a:cubicBezTo>
                  <a:pt x="19346" y="14586"/>
                  <a:pt x="19337" y="14619"/>
                  <a:pt x="19337" y="14647"/>
                </a:cubicBezTo>
                <a:cubicBezTo>
                  <a:pt x="19337" y="14704"/>
                  <a:pt x="19240" y="15002"/>
                  <a:pt x="19222" y="15002"/>
                </a:cubicBezTo>
                <a:cubicBezTo>
                  <a:pt x="19216" y="15002"/>
                  <a:pt x="19211" y="14844"/>
                  <a:pt x="19211" y="14650"/>
                </a:cubicBezTo>
                <a:cubicBezTo>
                  <a:pt x="19211" y="14341"/>
                  <a:pt x="19207" y="14293"/>
                  <a:pt x="19182" y="14254"/>
                </a:cubicBezTo>
                <a:cubicBezTo>
                  <a:pt x="19167" y="14230"/>
                  <a:pt x="19154" y="14171"/>
                  <a:pt x="19154" y="14125"/>
                </a:cubicBezTo>
                <a:cubicBezTo>
                  <a:pt x="19154" y="14078"/>
                  <a:pt x="19136" y="13993"/>
                  <a:pt x="19113" y="13935"/>
                </a:cubicBezTo>
                <a:cubicBezTo>
                  <a:pt x="19089" y="13877"/>
                  <a:pt x="19071" y="13814"/>
                  <a:pt x="19071" y="13792"/>
                </a:cubicBezTo>
                <a:cubicBezTo>
                  <a:pt x="19071" y="13751"/>
                  <a:pt x="18942" y="13386"/>
                  <a:pt x="18907" y="13327"/>
                </a:cubicBezTo>
                <a:cubicBezTo>
                  <a:pt x="18893" y="13303"/>
                  <a:pt x="18888" y="13207"/>
                  <a:pt x="18888" y="12989"/>
                </a:cubicBezTo>
                <a:cubicBezTo>
                  <a:pt x="18888" y="12769"/>
                  <a:pt x="18882" y="12671"/>
                  <a:pt x="18866" y="12634"/>
                </a:cubicBezTo>
                <a:cubicBezTo>
                  <a:pt x="18850" y="12595"/>
                  <a:pt x="18846" y="12489"/>
                  <a:pt x="18846" y="12216"/>
                </a:cubicBezTo>
                <a:cubicBezTo>
                  <a:pt x="18846" y="11930"/>
                  <a:pt x="18841" y="11847"/>
                  <a:pt x="18824" y="11828"/>
                </a:cubicBezTo>
                <a:cubicBezTo>
                  <a:pt x="18811" y="11813"/>
                  <a:pt x="18803" y="11750"/>
                  <a:pt x="18803" y="11660"/>
                </a:cubicBezTo>
                <a:cubicBezTo>
                  <a:pt x="18803" y="11581"/>
                  <a:pt x="18798" y="11505"/>
                  <a:pt x="18791" y="11492"/>
                </a:cubicBezTo>
                <a:cubicBezTo>
                  <a:pt x="18774" y="11461"/>
                  <a:pt x="18719" y="11146"/>
                  <a:pt x="18719" y="11077"/>
                </a:cubicBezTo>
                <a:cubicBezTo>
                  <a:pt x="18719" y="11046"/>
                  <a:pt x="18710" y="11008"/>
                  <a:pt x="18698" y="10995"/>
                </a:cubicBezTo>
                <a:cubicBezTo>
                  <a:pt x="18687" y="10981"/>
                  <a:pt x="18677" y="10930"/>
                  <a:pt x="18677" y="10876"/>
                </a:cubicBezTo>
                <a:cubicBezTo>
                  <a:pt x="18677" y="10823"/>
                  <a:pt x="18669" y="10753"/>
                  <a:pt x="18659" y="10722"/>
                </a:cubicBezTo>
                <a:cubicBezTo>
                  <a:pt x="18645" y="10678"/>
                  <a:pt x="18645" y="10663"/>
                  <a:pt x="18659" y="10648"/>
                </a:cubicBezTo>
                <a:cubicBezTo>
                  <a:pt x="18669" y="10638"/>
                  <a:pt x="18677" y="10605"/>
                  <a:pt x="18677" y="10577"/>
                </a:cubicBezTo>
                <a:cubicBezTo>
                  <a:pt x="18677" y="10548"/>
                  <a:pt x="18685" y="10524"/>
                  <a:pt x="18694" y="10522"/>
                </a:cubicBezTo>
                <a:cubicBezTo>
                  <a:pt x="18729" y="10511"/>
                  <a:pt x="19022" y="10390"/>
                  <a:pt x="19074" y="10365"/>
                </a:cubicBezTo>
                <a:cubicBezTo>
                  <a:pt x="19104" y="10351"/>
                  <a:pt x="19169" y="10283"/>
                  <a:pt x="19218" y="10216"/>
                </a:cubicBezTo>
                <a:cubicBezTo>
                  <a:pt x="19268" y="10150"/>
                  <a:pt x="19320" y="10091"/>
                  <a:pt x="19335" y="10084"/>
                </a:cubicBezTo>
                <a:cubicBezTo>
                  <a:pt x="19349" y="10078"/>
                  <a:pt x="19391" y="10014"/>
                  <a:pt x="19429" y="9944"/>
                </a:cubicBezTo>
                <a:cubicBezTo>
                  <a:pt x="19467" y="9874"/>
                  <a:pt x="19517" y="9795"/>
                  <a:pt x="19541" y="9768"/>
                </a:cubicBezTo>
                <a:cubicBezTo>
                  <a:pt x="19588" y="9713"/>
                  <a:pt x="19626" y="9574"/>
                  <a:pt x="19604" y="9534"/>
                </a:cubicBezTo>
                <a:cubicBezTo>
                  <a:pt x="19596" y="9520"/>
                  <a:pt x="19590" y="9482"/>
                  <a:pt x="19590" y="9449"/>
                </a:cubicBezTo>
                <a:cubicBezTo>
                  <a:pt x="19590" y="9401"/>
                  <a:pt x="19595" y="9406"/>
                  <a:pt x="19618" y="9463"/>
                </a:cubicBezTo>
                <a:cubicBezTo>
                  <a:pt x="19633" y="9502"/>
                  <a:pt x="19646" y="9556"/>
                  <a:pt x="19646" y="9586"/>
                </a:cubicBezTo>
                <a:cubicBezTo>
                  <a:pt x="19646" y="9616"/>
                  <a:pt x="19656" y="9653"/>
                  <a:pt x="19667" y="9666"/>
                </a:cubicBezTo>
                <a:cubicBezTo>
                  <a:pt x="19679" y="9679"/>
                  <a:pt x="19689" y="9716"/>
                  <a:pt x="19689" y="9749"/>
                </a:cubicBezTo>
                <a:cubicBezTo>
                  <a:pt x="19689" y="9837"/>
                  <a:pt x="19783" y="9941"/>
                  <a:pt x="19840" y="9914"/>
                </a:cubicBezTo>
                <a:cubicBezTo>
                  <a:pt x="19866" y="9901"/>
                  <a:pt x="19910" y="9848"/>
                  <a:pt x="19936" y="9795"/>
                </a:cubicBezTo>
                <a:cubicBezTo>
                  <a:pt x="19975" y="9717"/>
                  <a:pt x="19983" y="9675"/>
                  <a:pt x="19983" y="9551"/>
                </a:cubicBezTo>
                <a:cubicBezTo>
                  <a:pt x="19983" y="9467"/>
                  <a:pt x="19973" y="9376"/>
                  <a:pt x="19962" y="9347"/>
                </a:cubicBezTo>
                <a:cubicBezTo>
                  <a:pt x="19950" y="9319"/>
                  <a:pt x="19941" y="9240"/>
                  <a:pt x="19941" y="9174"/>
                </a:cubicBezTo>
                <a:cubicBezTo>
                  <a:pt x="19941" y="9105"/>
                  <a:pt x="19932" y="9044"/>
                  <a:pt x="19920" y="9031"/>
                </a:cubicBezTo>
                <a:cubicBezTo>
                  <a:pt x="19908" y="9018"/>
                  <a:pt x="19899" y="8975"/>
                  <a:pt x="19899" y="8937"/>
                </a:cubicBezTo>
                <a:cubicBezTo>
                  <a:pt x="19899" y="8899"/>
                  <a:pt x="19886" y="8833"/>
                  <a:pt x="19870" y="8791"/>
                </a:cubicBezTo>
                <a:cubicBezTo>
                  <a:pt x="19854" y="8750"/>
                  <a:pt x="19843" y="8707"/>
                  <a:pt x="19847" y="8695"/>
                </a:cubicBezTo>
                <a:cubicBezTo>
                  <a:pt x="19852" y="8683"/>
                  <a:pt x="19876" y="8732"/>
                  <a:pt x="19901" y="8802"/>
                </a:cubicBezTo>
                <a:cubicBezTo>
                  <a:pt x="19927" y="8873"/>
                  <a:pt x="19981" y="9000"/>
                  <a:pt x="20021" y="9083"/>
                </a:cubicBezTo>
                <a:cubicBezTo>
                  <a:pt x="20082" y="9207"/>
                  <a:pt x="20107" y="9232"/>
                  <a:pt x="20165" y="9232"/>
                </a:cubicBezTo>
                <a:cubicBezTo>
                  <a:pt x="20204" y="9232"/>
                  <a:pt x="20246" y="9210"/>
                  <a:pt x="20257" y="9182"/>
                </a:cubicBezTo>
                <a:cubicBezTo>
                  <a:pt x="20281" y="9124"/>
                  <a:pt x="20285" y="9014"/>
                  <a:pt x="20264" y="9014"/>
                </a:cubicBezTo>
                <a:cubicBezTo>
                  <a:pt x="20256" y="9014"/>
                  <a:pt x="20250" y="8992"/>
                  <a:pt x="20250" y="8962"/>
                </a:cubicBezTo>
                <a:cubicBezTo>
                  <a:pt x="20250" y="8932"/>
                  <a:pt x="20204" y="8806"/>
                  <a:pt x="20148" y="8681"/>
                </a:cubicBezTo>
                <a:cubicBezTo>
                  <a:pt x="20092" y="8557"/>
                  <a:pt x="20042" y="8441"/>
                  <a:pt x="20038" y="8423"/>
                </a:cubicBezTo>
                <a:cubicBezTo>
                  <a:pt x="20034" y="8405"/>
                  <a:pt x="20017" y="8383"/>
                  <a:pt x="20000" y="8373"/>
                </a:cubicBezTo>
                <a:cubicBezTo>
                  <a:pt x="19983" y="8364"/>
                  <a:pt x="19959" y="8334"/>
                  <a:pt x="19945" y="8310"/>
                </a:cubicBezTo>
                <a:cubicBezTo>
                  <a:pt x="19927" y="8279"/>
                  <a:pt x="19992" y="8275"/>
                  <a:pt x="20173" y="8294"/>
                </a:cubicBezTo>
                <a:cubicBezTo>
                  <a:pt x="20389" y="8317"/>
                  <a:pt x="20428" y="8312"/>
                  <a:pt x="20443" y="8258"/>
                </a:cubicBezTo>
                <a:cubicBezTo>
                  <a:pt x="20458" y="8205"/>
                  <a:pt x="20455" y="8182"/>
                  <a:pt x="20426" y="8126"/>
                </a:cubicBezTo>
                <a:cubicBezTo>
                  <a:pt x="20407" y="8089"/>
                  <a:pt x="20378" y="8060"/>
                  <a:pt x="20363" y="8060"/>
                </a:cubicBezTo>
                <a:cubicBezTo>
                  <a:pt x="20348" y="8060"/>
                  <a:pt x="20333" y="8043"/>
                  <a:pt x="20329" y="8024"/>
                </a:cubicBezTo>
                <a:cubicBezTo>
                  <a:pt x="20325" y="8005"/>
                  <a:pt x="20299" y="7986"/>
                  <a:pt x="20273" y="7983"/>
                </a:cubicBezTo>
                <a:cubicBezTo>
                  <a:pt x="20247" y="7980"/>
                  <a:pt x="20176" y="7948"/>
                  <a:pt x="20117" y="7911"/>
                </a:cubicBezTo>
                <a:cubicBezTo>
                  <a:pt x="20052" y="7872"/>
                  <a:pt x="19952" y="7849"/>
                  <a:pt x="19869" y="7854"/>
                </a:cubicBezTo>
                <a:cubicBezTo>
                  <a:pt x="19792" y="7858"/>
                  <a:pt x="19726" y="7852"/>
                  <a:pt x="19722" y="7840"/>
                </a:cubicBezTo>
                <a:cubicBezTo>
                  <a:pt x="19718" y="7828"/>
                  <a:pt x="19736" y="7774"/>
                  <a:pt x="19761" y="7722"/>
                </a:cubicBezTo>
                <a:cubicBezTo>
                  <a:pt x="19787" y="7669"/>
                  <a:pt x="19812" y="7605"/>
                  <a:pt x="19818" y="7581"/>
                </a:cubicBezTo>
                <a:cubicBezTo>
                  <a:pt x="19823" y="7557"/>
                  <a:pt x="19828" y="7555"/>
                  <a:pt x="19828" y="7576"/>
                </a:cubicBezTo>
                <a:cubicBezTo>
                  <a:pt x="19828" y="7617"/>
                  <a:pt x="19982" y="7152"/>
                  <a:pt x="19983" y="7108"/>
                </a:cubicBezTo>
                <a:cubicBezTo>
                  <a:pt x="19983" y="7094"/>
                  <a:pt x="20003" y="7026"/>
                  <a:pt x="20026" y="6960"/>
                </a:cubicBezTo>
                <a:cubicBezTo>
                  <a:pt x="20049" y="6893"/>
                  <a:pt x="20068" y="6816"/>
                  <a:pt x="20068" y="6786"/>
                </a:cubicBezTo>
                <a:cubicBezTo>
                  <a:pt x="20068" y="6757"/>
                  <a:pt x="20089" y="6662"/>
                  <a:pt x="20116" y="6575"/>
                </a:cubicBezTo>
                <a:cubicBezTo>
                  <a:pt x="20143" y="6488"/>
                  <a:pt x="20165" y="6373"/>
                  <a:pt x="20165" y="6322"/>
                </a:cubicBezTo>
                <a:cubicBezTo>
                  <a:pt x="20165" y="6270"/>
                  <a:pt x="20171" y="6228"/>
                  <a:pt x="20179" y="6228"/>
                </a:cubicBezTo>
                <a:cubicBezTo>
                  <a:pt x="20187" y="6228"/>
                  <a:pt x="20194" y="6175"/>
                  <a:pt x="20194" y="6110"/>
                </a:cubicBezTo>
                <a:cubicBezTo>
                  <a:pt x="20194" y="6044"/>
                  <a:pt x="20206" y="5959"/>
                  <a:pt x="20222" y="5917"/>
                </a:cubicBezTo>
                <a:cubicBezTo>
                  <a:pt x="20239" y="5871"/>
                  <a:pt x="20250" y="5788"/>
                  <a:pt x="20250" y="5705"/>
                </a:cubicBezTo>
                <a:cubicBezTo>
                  <a:pt x="20250" y="5631"/>
                  <a:pt x="20256" y="5565"/>
                  <a:pt x="20265" y="5557"/>
                </a:cubicBezTo>
                <a:cubicBezTo>
                  <a:pt x="20273" y="5549"/>
                  <a:pt x="20283" y="5460"/>
                  <a:pt x="20288" y="5362"/>
                </a:cubicBezTo>
                <a:cubicBezTo>
                  <a:pt x="20292" y="5263"/>
                  <a:pt x="20304" y="5173"/>
                  <a:pt x="20315" y="5161"/>
                </a:cubicBezTo>
                <a:cubicBezTo>
                  <a:pt x="20328" y="5146"/>
                  <a:pt x="20334" y="5064"/>
                  <a:pt x="20334" y="4900"/>
                </a:cubicBezTo>
                <a:cubicBezTo>
                  <a:pt x="20334" y="4724"/>
                  <a:pt x="20339" y="4653"/>
                  <a:pt x="20355" y="4635"/>
                </a:cubicBezTo>
                <a:cubicBezTo>
                  <a:pt x="20370" y="4618"/>
                  <a:pt x="20377" y="4543"/>
                  <a:pt x="20377" y="4369"/>
                </a:cubicBezTo>
                <a:cubicBezTo>
                  <a:pt x="20377" y="4224"/>
                  <a:pt x="20385" y="4098"/>
                  <a:pt x="20398" y="4050"/>
                </a:cubicBezTo>
                <a:cubicBezTo>
                  <a:pt x="20414" y="3986"/>
                  <a:pt x="20418" y="3819"/>
                  <a:pt x="20418" y="3258"/>
                </a:cubicBezTo>
                <a:cubicBezTo>
                  <a:pt x="20418" y="2696"/>
                  <a:pt x="20414" y="2526"/>
                  <a:pt x="20398" y="2463"/>
                </a:cubicBezTo>
                <a:cubicBezTo>
                  <a:pt x="20385" y="2412"/>
                  <a:pt x="20377" y="2285"/>
                  <a:pt x="20377" y="2122"/>
                </a:cubicBezTo>
                <a:cubicBezTo>
                  <a:pt x="20377" y="1929"/>
                  <a:pt x="20370" y="1853"/>
                  <a:pt x="20355" y="1835"/>
                </a:cubicBezTo>
                <a:cubicBezTo>
                  <a:pt x="20343" y="1822"/>
                  <a:pt x="20334" y="1762"/>
                  <a:pt x="20334" y="1695"/>
                </a:cubicBezTo>
                <a:cubicBezTo>
                  <a:pt x="20334" y="1630"/>
                  <a:pt x="20325" y="1562"/>
                  <a:pt x="20315" y="1544"/>
                </a:cubicBezTo>
                <a:cubicBezTo>
                  <a:pt x="20304" y="1526"/>
                  <a:pt x="20289" y="1469"/>
                  <a:pt x="20280" y="1420"/>
                </a:cubicBezTo>
                <a:cubicBezTo>
                  <a:pt x="20255" y="1278"/>
                  <a:pt x="20143" y="1125"/>
                  <a:pt x="19976" y="1002"/>
                </a:cubicBezTo>
                <a:cubicBezTo>
                  <a:pt x="19923" y="964"/>
                  <a:pt x="19736" y="988"/>
                  <a:pt x="19638" y="1046"/>
                </a:cubicBezTo>
                <a:cubicBezTo>
                  <a:pt x="19500" y="1129"/>
                  <a:pt x="19345" y="1256"/>
                  <a:pt x="19339" y="1291"/>
                </a:cubicBezTo>
                <a:cubicBezTo>
                  <a:pt x="19337" y="1307"/>
                  <a:pt x="19312" y="1333"/>
                  <a:pt x="19283" y="1349"/>
                </a:cubicBezTo>
                <a:cubicBezTo>
                  <a:pt x="19255" y="1364"/>
                  <a:pt x="19203" y="1429"/>
                  <a:pt x="19167" y="1492"/>
                </a:cubicBezTo>
                <a:cubicBezTo>
                  <a:pt x="19132" y="1554"/>
                  <a:pt x="19088" y="1618"/>
                  <a:pt x="19070" y="1635"/>
                </a:cubicBezTo>
                <a:cubicBezTo>
                  <a:pt x="19052" y="1652"/>
                  <a:pt x="19005" y="1725"/>
                  <a:pt x="18966" y="1797"/>
                </a:cubicBezTo>
                <a:cubicBezTo>
                  <a:pt x="18835" y="2038"/>
                  <a:pt x="18825" y="2048"/>
                  <a:pt x="18780" y="1973"/>
                </a:cubicBezTo>
                <a:cubicBezTo>
                  <a:pt x="18712" y="1861"/>
                  <a:pt x="18594" y="1739"/>
                  <a:pt x="18551" y="1739"/>
                </a:cubicBezTo>
                <a:cubicBezTo>
                  <a:pt x="18527" y="1739"/>
                  <a:pt x="18508" y="1712"/>
                  <a:pt x="18503" y="1670"/>
                </a:cubicBezTo>
                <a:cubicBezTo>
                  <a:pt x="18498" y="1633"/>
                  <a:pt x="18490" y="1612"/>
                  <a:pt x="18486" y="1624"/>
                </a:cubicBezTo>
                <a:cubicBezTo>
                  <a:pt x="18482" y="1636"/>
                  <a:pt x="18424" y="1602"/>
                  <a:pt x="18357" y="1547"/>
                </a:cubicBezTo>
                <a:cubicBezTo>
                  <a:pt x="18187" y="1407"/>
                  <a:pt x="18055" y="1384"/>
                  <a:pt x="17875" y="1464"/>
                </a:cubicBezTo>
                <a:cubicBezTo>
                  <a:pt x="17793" y="1501"/>
                  <a:pt x="17694" y="1530"/>
                  <a:pt x="17655" y="1530"/>
                </a:cubicBezTo>
                <a:cubicBezTo>
                  <a:pt x="17615" y="1530"/>
                  <a:pt x="17547" y="1559"/>
                  <a:pt x="17502" y="1593"/>
                </a:cubicBezTo>
                <a:cubicBezTo>
                  <a:pt x="17384" y="1685"/>
                  <a:pt x="17337" y="1674"/>
                  <a:pt x="17291" y="1547"/>
                </a:cubicBezTo>
                <a:cubicBezTo>
                  <a:pt x="17270" y="1487"/>
                  <a:pt x="17229" y="1395"/>
                  <a:pt x="17202" y="1343"/>
                </a:cubicBezTo>
                <a:cubicBezTo>
                  <a:pt x="17175" y="1291"/>
                  <a:pt x="17126" y="1173"/>
                  <a:pt x="17092" y="1079"/>
                </a:cubicBezTo>
                <a:cubicBezTo>
                  <a:pt x="17058" y="985"/>
                  <a:pt x="17018" y="906"/>
                  <a:pt x="17005" y="906"/>
                </a:cubicBezTo>
                <a:cubicBezTo>
                  <a:pt x="16992" y="906"/>
                  <a:pt x="16973" y="877"/>
                  <a:pt x="16962" y="840"/>
                </a:cubicBezTo>
                <a:cubicBezTo>
                  <a:pt x="16952" y="803"/>
                  <a:pt x="16931" y="756"/>
                  <a:pt x="16915" y="735"/>
                </a:cubicBezTo>
                <a:cubicBezTo>
                  <a:pt x="16899" y="714"/>
                  <a:pt x="16868" y="661"/>
                  <a:pt x="16844" y="617"/>
                </a:cubicBezTo>
                <a:cubicBezTo>
                  <a:pt x="16821" y="573"/>
                  <a:pt x="16794" y="536"/>
                  <a:pt x="16783" y="535"/>
                </a:cubicBezTo>
                <a:cubicBezTo>
                  <a:pt x="16773" y="533"/>
                  <a:pt x="16744" y="507"/>
                  <a:pt x="16720" y="474"/>
                </a:cubicBezTo>
                <a:cubicBezTo>
                  <a:pt x="16666" y="401"/>
                  <a:pt x="16565" y="279"/>
                  <a:pt x="16560" y="281"/>
                </a:cubicBezTo>
                <a:cubicBezTo>
                  <a:pt x="16558" y="282"/>
                  <a:pt x="16524" y="248"/>
                  <a:pt x="16483" y="204"/>
                </a:cubicBezTo>
                <a:cubicBezTo>
                  <a:pt x="16442" y="161"/>
                  <a:pt x="16354" y="93"/>
                  <a:pt x="16286" y="53"/>
                </a:cubicBezTo>
                <a:cubicBezTo>
                  <a:pt x="16233" y="22"/>
                  <a:pt x="16200" y="4"/>
                  <a:pt x="16171" y="1"/>
                </a:cubicBezTo>
                <a:close/>
                <a:moveTo>
                  <a:pt x="10580" y="16674"/>
                </a:moveTo>
                <a:cubicBezTo>
                  <a:pt x="10615" y="16639"/>
                  <a:pt x="10659" y="16715"/>
                  <a:pt x="10659" y="16853"/>
                </a:cubicBezTo>
                <a:cubicBezTo>
                  <a:pt x="10659" y="16901"/>
                  <a:pt x="10648" y="16965"/>
                  <a:pt x="10634" y="16999"/>
                </a:cubicBezTo>
                <a:cubicBezTo>
                  <a:pt x="10612" y="17054"/>
                  <a:pt x="10607" y="17053"/>
                  <a:pt x="10585" y="16988"/>
                </a:cubicBezTo>
                <a:cubicBezTo>
                  <a:pt x="10571" y="16948"/>
                  <a:pt x="10561" y="16895"/>
                  <a:pt x="10561" y="16872"/>
                </a:cubicBezTo>
                <a:cubicBezTo>
                  <a:pt x="10561" y="16850"/>
                  <a:pt x="10554" y="16831"/>
                  <a:pt x="10547" y="16831"/>
                </a:cubicBezTo>
                <a:cubicBezTo>
                  <a:pt x="10538" y="16831"/>
                  <a:pt x="10539" y="16798"/>
                  <a:pt x="10549" y="16749"/>
                </a:cubicBezTo>
                <a:cubicBezTo>
                  <a:pt x="10558" y="16710"/>
                  <a:pt x="10568" y="16686"/>
                  <a:pt x="10580" y="16674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罗述金教授分享"/>
          <p:cNvSpPr txBox="1"/>
          <p:nvPr/>
        </p:nvSpPr>
        <p:spPr>
          <a:xfrm>
            <a:off x="6096000" y="1595782"/>
            <a:ext cx="92396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800"/>
            </a:lvl1pPr>
          </a:lstStyle>
          <a:p>
            <a:pPr>
              <a:defRPr sz="5000" b="1">
                <a:solidFill>
                  <a:srgbClr val="FFFFFF"/>
                </a:solidFill>
              </a:defRPr>
            </a:pPr>
            <a:endParaRPr lang="en-US" sz="3200" b="1" dirty="0">
              <a:solidFill>
                <a:srgbClr val="3B466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805EB5-BCBC-15DF-8832-2CE5B1181EF4}"/>
              </a:ext>
            </a:extLst>
          </p:cNvPr>
          <p:cNvSpPr txBox="1"/>
          <p:nvPr/>
        </p:nvSpPr>
        <p:spPr>
          <a:xfrm>
            <a:off x="368663" y="446643"/>
            <a:ext cx="2331727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 b="1">
                <a:solidFill>
                  <a:srgbClr val="3B4660"/>
                </a:solidFill>
              </a:defRPr>
            </a:lvl1pPr>
          </a:lstStyle>
          <a:p>
            <a:r>
              <a:rPr lang="zh-CN" altLang="en-US" sz="2800" dirty="0"/>
              <a:t>重磅嘉宾分享</a:t>
            </a:r>
            <a:endParaRPr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16CE1F-83FD-FDF2-29A6-99075976E17B}"/>
              </a:ext>
            </a:extLst>
          </p:cNvPr>
          <p:cNvSpPr txBox="1"/>
          <p:nvPr/>
        </p:nvSpPr>
        <p:spPr>
          <a:xfrm>
            <a:off x="4544651" y="4508306"/>
            <a:ext cx="605739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57200">
              <a:defRPr sz="2500"/>
            </a:pPr>
            <a:r>
              <a:rPr lang="zh-CN" altLang="en-US" sz="3600" b="1" dirty="0">
                <a:solidFill>
                  <a:srgbClr val="3B4660"/>
                </a:solidFill>
              </a:rPr>
              <a:t>欢迎罗教授，</a:t>
            </a:r>
            <a:endParaRPr lang="en-US" altLang="zh-CN" sz="3600" b="1" dirty="0">
              <a:solidFill>
                <a:srgbClr val="3B4660"/>
              </a:solidFill>
            </a:endParaRPr>
          </a:p>
          <a:p>
            <a:pPr defTabSz="457200">
              <a:defRPr sz="2500"/>
            </a:pPr>
            <a:r>
              <a:rPr lang="zh-CN" altLang="en-US" sz="3600" b="1" dirty="0">
                <a:solidFill>
                  <a:srgbClr val="3B4660"/>
                </a:solidFill>
              </a:rPr>
              <a:t>为我们分享她的科学故事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AA45CE-1F9C-BFE2-77C9-180A449878F6}"/>
              </a:ext>
            </a:extLst>
          </p:cNvPr>
          <p:cNvSpPr txBox="1"/>
          <p:nvPr/>
        </p:nvSpPr>
        <p:spPr>
          <a:xfrm>
            <a:off x="4544651" y="1959437"/>
            <a:ext cx="6899203" cy="2416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3B4660"/>
                </a:solidFill>
              </a:rPr>
              <a:t>罗述金</a:t>
            </a:r>
            <a:endParaRPr lang="en-US" altLang="zh-CN" sz="3600" b="1" dirty="0">
              <a:solidFill>
                <a:srgbClr val="3B4660"/>
              </a:solidFill>
            </a:endParaRPr>
          </a:p>
          <a:p>
            <a:pPr>
              <a:buNone/>
            </a:pPr>
            <a:endParaRPr lang="en-US" altLang="zh-CN" sz="2500" dirty="0"/>
          </a:p>
          <a:p>
            <a:r>
              <a:rPr lang="zh-CN" altLang="zh-CN" dirty="0"/>
              <a:t>北京大学生命科学学院教授、北大</a:t>
            </a:r>
            <a:r>
              <a:rPr lang="en-US" altLang="zh-CN" dirty="0"/>
              <a:t>–</a:t>
            </a:r>
            <a:r>
              <a:rPr lang="zh-CN" altLang="zh-CN" dirty="0"/>
              <a:t>清华生命科学联合中心研究员，</a:t>
            </a:r>
            <a:r>
              <a:rPr lang="en-US" altLang="zh-CN" dirty="0"/>
              <a:t>IUCN</a:t>
            </a:r>
            <a:r>
              <a:rPr lang="zh-CN" altLang="zh-CN" dirty="0"/>
              <a:t>猫科动物专家组成员。主要研究方向为动物基因组多样性、演化及保护生物学。关于虎毛色遗传机制的研究收录于人教版高中生物教材。曾担任国际生物学奥林匹克竞赛（</a:t>
            </a:r>
            <a:r>
              <a:rPr lang="en-US" altLang="zh-CN" dirty="0"/>
              <a:t>IBO</a:t>
            </a:r>
            <a:r>
              <a:rPr lang="zh-CN" altLang="zh-CN" dirty="0"/>
              <a:t>）中国代表队教练，并长期参与中国队赛前培训。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16D354-F9B5-349C-741E-9CDE3465A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C02A57C5-8D4C-0855-81C6-39973A0EE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0"/>
          <a:stretch>
            <a:fillRect/>
          </a:stretch>
        </p:blipFill>
        <p:spPr bwMode="auto">
          <a:xfrm>
            <a:off x="1306363" y="1662258"/>
            <a:ext cx="2788053" cy="40463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1D7D8E3-4930-4DAF-A361-B1A3ED4F7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40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5197</TotalTime>
  <Words>447</Words>
  <Application>Microsoft Macintosh PowerPoint</Application>
  <PresentationFormat>宽屏</PresentationFormat>
  <Paragraphs>126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</vt:lpstr>
      <vt:lpstr>等线 Light</vt:lpstr>
      <vt:lpstr>SimHei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 user</cp:lastModifiedBy>
  <cp:revision>6</cp:revision>
  <cp:lastPrinted>2025-11-16T03:48:30Z</cp:lastPrinted>
  <dcterms:modified xsi:type="dcterms:W3CDTF">2025-11-16T03:50:39Z</dcterms:modified>
</cp:coreProperties>
</file>